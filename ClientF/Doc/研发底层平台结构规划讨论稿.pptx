
<file path=[Content_Types].xml><?xml version="1.0" encoding="utf-8"?>
<Types xmlns="http://schemas.openxmlformats.org/package/2006/content-types">
  <Default Extension="bin" ContentType="application/vnd.ms-office.activeX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activeX/activeX13.xml" ContentType="application/vnd.ms-office.activeX+xml"/>
  <Override PartName="/ppt/activeX/activeX14.xml" ContentType="application/vnd.ms-office.activeX+xml"/>
  <Override PartName="/ppt/activeX/activeX15.xml" ContentType="application/vnd.ms-office.activeX+xml"/>
  <Override PartName="/ppt/activeX/activeX16.xml" ContentType="application/vnd.ms-office.activeX+xml"/>
  <Override PartName="/ppt/activeX/activeX17.xml" ContentType="application/vnd.ms-office.activeX+xml"/>
  <Override PartName="/ppt/activeX/activeX18.xml" ContentType="application/vnd.ms-office.activeX+xml"/>
  <Override PartName="/ppt/activeX/activeX19.xml" ContentType="application/vnd.ms-office.activeX+xml"/>
  <Override PartName="/ppt/activeX/activeX20.xml" ContentType="application/vnd.ms-office.activeX+xml"/>
  <Override PartName="/ppt/activeX/activeX21.xml" ContentType="application/vnd.ms-office.activeX+xml"/>
  <Override PartName="/ppt/activeX/activeX22.xml" ContentType="application/vnd.ms-office.activeX+xml"/>
  <Override PartName="/ppt/activeX/activeX23.xml" ContentType="application/vnd.ms-office.activeX+xml"/>
  <Override PartName="/ppt/activeX/activeX24.xml" ContentType="application/vnd.ms-office.activeX+xml"/>
  <Override PartName="/ppt/activeX/activeX25.xml" ContentType="application/vnd.ms-office.activeX+xml"/>
  <Override PartName="/ppt/activeX/activeX26.xml" ContentType="application/vnd.ms-office.activeX+xml"/>
  <Override PartName="/ppt/activeX/activeX27.xml" ContentType="application/vnd.ms-office.activeX+xml"/>
  <Override PartName="/ppt/activeX/activeX28.xml" ContentType="application/vnd.ms-office.activeX+xml"/>
  <Override PartName="/ppt/activeX/activeX29.xml" ContentType="application/vnd.ms-office.activeX+xml"/>
  <Override PartName="/ppt/activeX/activeX30.xml" ContentType="application/vnd.ms-office.activeX+xml"/>
  <Override PartName="/ppt/activeX/activeX31.xml" ContentType="application/vnd.ms-office.activeX+xml"/>
  <Override PartName="/ppt/activeX/activeX32.xml" ContentType="application/vnd.ms-office.activeX+xml"/>
  <Override PartName="/ppt/activeX/activeX33.xml" ContentType="application/vnd.ms-office.activeX+xml"/>
  <Override PartName="/ppt/activeX/activeX34.xml" ContentType="application/vnd.ms-office.activeX+xml"/>
  <Override PartName="/ppt/activeX/activeX35.xml" ContentType="application/vnd.ms-office.activeX+xml"/>
  <Override PartName="/ppt/activeX/activeX36.xml" ContentType="application/vnd.ms-office.activeX+xml"/>
  <Override PartName="/ppt/activeX/activeX37.xml" ContentType="application/vnd.ms-office.activeX+xml"/>
  <Override PartName="/ppt/activeX/activeX38.xml" ContentType="application/vnd.ms-office.activeX+xml"/>
  <Override PartName="/ppt/activeX/activeX39.xml" ContentType="application/vnd.ms-office.activeX+xml"/>
  <Override PartName="/ppt/activeX/activeX40.xml" ContentType="application/vnd.ms-office.activeX+xml"/>
  <Override PartName="/ppt/activeX/activeX41.xml" ContentType="application/vnd.ms-office.activeX+xml"/>
  <Override PartName="/ppt/activeX/activeX42.xml" ContentType="application/vnd.ms-office.activeX+xml"/>
  <Override PartName="/ppt/activeX/activeX43.xml" ContentType="application/vnd.ms-office.activeX+xml"/>
  <Override PartName="/ppt/activeX/activeX44.xml" ContentType="application/vnd.ms-office.activeX+xml"/>
  <Override PartName="/ppt/activeX/activeX45.xml" ContentType="application/vnd.ms-office.activeX+xml"/>
  <Override PartName="/ppt/activeX/activeX46.xml" ContentType="application/vnd.ms-office.activeX+xml"/>
  <Override PartName="/ppt/activeX/activeX47.xml" ContentType="application/vnd.ms-office.activeX+xml"/>
  <Override PartName="/ppt/activeX/activeX48.xml" ContentType="application/vnd.ms-office.activeX+xml"/>
  <Override PartName="/ppt/activeX/activeX49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61" r:id="rId5"/>
    <p:sldId id="262" r:id="rId6"/>
    <p:sldId id="263" r:id="rId7"/>
    <p:sldId id="258" r:id="rId8"/>
    <p:sldId id="260" r:id="rId9"/>
    <p:sldId id="264" r:id="rId10"/>
    <p:sldId id="265" r:id="rId11"/>
    <p:sldId id="267" r:id="rId12"/>
    <p:sldId id="268" r:id="rId13"/>
    <p:sldId id="266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_rels/activeX16.xml.rels><?xml version="1.0" encoding="UTF-8" standalone="yes"?>
<Relationships xmlns="http://schemas.openxmlformats.org/package/2006/relationships"><Relationship Id="rId1" Type="http://schemas.microsoft.com/office/2006/relationships/activeXControlBinary" Target="activeX16.bin"/></Relationships>
</file>

<file path=ppt/activeX/_rels/activeX17.xml.rels><?xml version="1.0" encoding="UTF-8" standalone="yes"?>
<Relationships xmlns="http://schemas.openxmlformats.org/package/2006/relationships"><Relationship Id="rId1" Type="http://schemas.microsoft.com/office/2006/relationships/activeXControlBinary" Target="activeX17.bin"/></Relationships>
</file>

<file path=ppt/activeX/_rels/activeX18.xml.rels><?xml version="1.0" encoding="UTF-8" standalone="yes"?>
<Relationships xmlns="http://schemas.openxmlformats.org/package/2006/relationships"><Relationship Id="rId1" Type="http://schemas.microsoft.com/office/2006/relationships/activeXControlBinary" Target="activeX18.bin"/></Relationships>
</file>

<file path=ppt/activeX/_rels/activeX19.xml.rels><?xml version="1.0" encoding="UTF-8" standalone="yes"?>
<Relationships xmlns="http://schemas.openxmlformats.org/package/2006/relationships"><Relationship Id="rId1" Type="http://schemas.microsoft.com/office/2006/relationships/activeXControlBinary" Target="activeX19.bin"/></Relationships>
</file>

<file path=ppt/activeX/_rels/activeX20.xml.rels><?xml version="1.0" encoding="UTF-8" standalone="yes"?>
<Relationships xmlns="http://schemas.openxmlformats.org/package/2006/relationships"><Relationship Id="rId1" Type="http://schemas.microsoft.com/office/2006/relationships/activeXControlBinary" Target="activeX20.bin"/></Relationships>
</file>

<file path=ppt/activeX/_rels/activeX21.xml.rels><?xml version="1.0" encoding="UTF-8" standalone="yes"?>
<Relationships xmlns="http://schemas.openxmlformats.org/package/2006/relationships"><Relationship Id="rId1" Type="http://schemas.microsoft.com/office/2006/relationships/activeXControlBinary" Target="activeX21.bin"/></Relationships>
</file>

<file path=ppt/activeX/_rels/activeX22.xml.rels><?xml version="1.0" encoding="UTF-8" standalone="yes"?>
<Relationships xmlns="http://schemas.openxmlformats.org/package/2006/relationships"><Relationship Id="rId1" Type="http://schemas.microsoft.com/office/2006/relationships/activeXControlBinary" Target="activeX22.bin"/></Relationships>
</file>

<file path=ppt/activeX/_rels/activeX23.xml.rels><?xml version="1.0" encoding="UTF-8" standalone="yes"?>
<Relationships xmlns="http://schemas.openxmlformats.org/package/2006/relationships"><Relationship Id="rId1" Type="http://schemas.microsoft.com/office/2006/relationships/activeXControlBinary" Target="activeX23.bin"/></Relationships>
</file>

<file path=ppt/activeX/_rels/activeX24.xml.rels><?xml version="1.0" encoding="UTF-8" standalone="yes"?>
<Relationships xmlns="http://schemas.openxmlformats.org/package/2006/relationships"><Relationship Id="rId1" Type="http://schemas.microsoft.com/office/2006/relationships/activeXControlBinary" Target="activeX24.bin"/></Relationships>
</file>

<file path=ppt/activeX/_rels/activeX25.xml.rels><?xml version="1.0" encoding="UTF-8" standalone="yes"?>
<Relationships xmlns="http://schemas.openxmlformats.org/package/2006/relationships"><Relationship Id="rId1" Type="http://schemas.microsoft.com/office/2006/relationships/activeXControlBinary" Target="activeX25.bin"/></Relationships>
</file>

<file path=ppt/activeX/_rels/activeX26.xml.rels><?xml version="1.0" encoding="UTF-8" standalone="yes"?>
<Relationships xmlns="http://schemas.openxmlformats.org/package/2006/relationships"><Relationship Id="rId1" Type="http://schemas.microsoft.com/office/2006/relationships/activeXControlBinary" Target="activeX26.bin"/></Relationships>
</file>

<file path=ppt/activeX/_rels/activeX27.xml.rels><?xml version="1.0" encoding="UTF-8" standalone="yes"?>
<Relationships xmlns="http://schemas.openxmlformats.org/package/2006/relationships"><Relationship Id="rId1" Type="http://schemas.microsoft.com/office/2006/relationships/activeXControlBinary" Target="activeX27.bin"/></Relationships>
</file>

<file path=ppt/activeX/_rels/activeX28.xml.rels><?xml version="1.0" encoding="UTF-8" standalone="yes"?>
<Relationships xmlns="http://schemas.openxmlformats.org/package/2006/relationships"><Relationship Id="rId1" Type="http://schemas.microsoft.com/office/2006/relationships/activeXControlBinary" Target="activeX28.bin"/></Relationships>
</file>

<file path=ppt/activeX/_rels/activeX29.xml.rels><?xml version="1.0" encoding="UTF-8" standalone="yes"?>
<Relationships xmlns="http://schemas.openxmlformats.org/package/2006/relationships"><Relationship Id="rId1" Type="http://schemas.microsoft.com/office/2006/relationships/activeXControlBinary" Target="activeX29.bin"/></Relationships>
</file>

<file path=ppt/activeX/_rels/activeX30.xml.rels><?xml version="1.0" encoding="UTF-8" standalone="yes"?>
<Relationships xmlns="http://schemas.openxmlformats.org/package/2006/relationships"><Relationship Id="rId1" Type="http://schemas.microsoft.com/office/2006/relationships/activeXControlBinary" Target="activeX30.bin"/></Relationships>
</file>

<file path=ppt/activeX/_rels/activeX31.xml.rels><?xml version="1.0" encoding="UTF-8" standalone="yes"?>
<Relationships xmlns="http://schemas.openxmlformats.org/package/2006/relationships"><Relationship Id="rId1" Type="http://schemas.microsoft.com/office/2006/relationships/activeXControlBinary" Target="activeX31.bin"/></Relationships>
</file>

<file path=ppt/activeX/_rels/activeX32.xml.rels><?xml version="1.0" encoding="UTF-8" standalone="yes"?>
<Relationships xmlns="http://schemas.openxmlformats.org/package/2006/relationships"><Relationship Id="rId1" Type="http://schemas.microsoft.com/office/2006/relationships/activeXControlBinary" Target="activeX32.bin"/></Relationships>
</file>

<file path=ppt/activeX/_rels/activeX33.xml.rels><?xml version="1.0" encoding="UTF-8" standalone="yes"?>
<Relationships xmlns="http://schemas.openxmlformats.org/package/2006/relationships"><Relationship Id="rId1" Type="http://schemas.microsoft.com/office/2006/relationships/activeXControlBinary" Target="activeX33.bin"/></Relationships>
</file>

<file path=ppt/activeX/_rels/activeX34.xml.rels><?xml version="1.0" encoding="UTF-8" standalone="yes"?>
<Relationships xmlns="http://schemas.openxmlformats.org/package/2006/relationships"><Relationship Id="rId1" Type="http://schemas.microsoft.com/office/2006/relationships/activeXControlBinary" Target="activeX34.bin"/></Relationships>
</file>

<file path=ppt/activeX/_rels/activeX35.xml.rels><?xml version="1.0" encoding="UTF-8" standalone="yes"?>
<Relationships xmlns="http://schemas.openxmlformats.org/package/2006/relationships"><Relationship Id="rId1" Type="http://schemas.microsoft.com/office/2006/relationships/activeXControlBinary" Target="activeX35.bin"/></Relationships>
</file>

<file path=ppt/activeX/_rels/activeX36.xml.rels><?xml version="1.0" encoding="UTF-8" standalone="yes"?>
<Relationships xmlns="http://schemas.openxmlformats.org/package/2006/relationships"><Relationship Id="rId1" Type="http://schemas.microsoft.com/office/2006/relationships/activeXControlBinary" Target="activeX36.bin"/></Relationships>
</file>

<file path=ppt/activeX/_rels/activeX37.xml.rels><?xml version="1.0" encoding="UTF-8" standalone="yes"?>
<Relationships xmlns="http://schemas.openxmlformats.org/package/2006/relationships"><Relationship Id="rId1" Type="http://schemas.microsoft.com/office/2006/relationships/activeXControlBinary" Target="activeX37.bin"/></Relationships>
</file>

<file path=ppt/activeX/_rels/activeX38.xml.rels><?xml version="1.0" encoding="UTF-8" standalone="yes"?>
<Relationships xmlns="http://schemas.openxmlformats.org/package/2006/relationships"><Relationship Id="rId1" Type="http://schemas.microsoft.com/office/2006/relationships/activeXControlBinary" Target="activeX38.bin"/></Relationships>
</file>

<file path=ppt/activeX/_rels/activeX39.xml.rels><?xml version="1.0" encoding="UTF-8" standalone="yes"?>
<Relationships xmlns="http://schemas.openxmlformats.org/package/2006/relationships"><Relationship Id="rId1" Type="http://schemas.microsoft.com/office/2006/relationships/activeXControlBinary" Target="activeX39.bin"/></Relationships>
</file>

<file path=ppt/activeX/_rels/activeX40.xml.rels><?xml version="1.0" encoding="UTF-8" standalone="yes"?>
<Relationships xmlns="http://schemas.openxmlformats.org/package/2006/relationships"><Relationship Id="rId1" Type="http://schemas.microsoft.com/office/2006/relationships/activeXControlBinary" Target="activeX40.bin"/></Relationships>
</file>

<file path=ppt/activeX/_rels/activeX41.xml.rels><?xml version="1.0" encoding="UTF-8" standalone="yes"?>
<Relationships xmlns="http://schemas.openxmlformats.org/package/2006/relationships"><Relationship Id="rId1" Type="http://schemas.microsoft.com/office/2006/relationships/activeXControlBinary" Target="activeX41.bin"/></Relationships>
</file>

<file path=ppt/activeX/_rels/activeX42.xml.rels><?xml version="1.0" encoding="UTF-8" standalone="yes"?>
<Relationships xmlns="http://schemas.openxmlformats.org/package/2006/relationships"><Relationship Id="rId1" Type="http://schemas.microsoft.com/office/2006/relationships/activeXControlBinary" Target="activeX42.bin"/></Relationships>
</file>

<file path=ppt/activeX/_rels/activeX43.xml.rels><?xml version="1.0" encoding="UTF-8" standalone="yes"?>
<Relationships xmlns="http://schemas.openxmlformats.org/package/2006/relationships"><Relationship Id="rId1" Type="http://schemas.microsoft.com/office/2006/relationships/activeXControlBinary" Target="activeX43.bin"/></Relationships>
</file>

<file path=ppt/activeX/_rels/activeX44.xml.rels><?xml version="1.0" encoding="UTF-8" standalone="yes"?>
<Relationships xmlns="http://schemas.openxmlformats.org/package/2006/relationships"><Relationship Id="rId1" Type="http://schemas.microsoft.com/office/2006/relationships/activeXControlBinary" Target="activeX44.bin"/></Relationships>
</file>

<file path=ppt/activeX/_rels/activeX45.xml.rels><?xml version="1.0" encoding="UTF-8" standalone="yes"?>
<Relationships xmlns="http://schemas.openxmlformats.org/package/2006/relationships"><Relationship Id="rId1" Type="http://schemas.microsoft.com/office/2006/relationships/activeXControlBinary" Target="activeX45.bin"/></Relationships>
</file>

<file path=ppt/activeX/_rels/activeX46.xml.rels><?xml version="1.0" encoding="UTF-8" standalone="yes"?>
<Relationships xmlns="http://schemas.openxmlformats.org/package/2006/relationships"><Relationship Id="rId1" Type="http://schemas.microsoft.com/office/2006/relationships/activeXControlBinary" Target="activeX46.bin"/></Relationships>
</file>

<file path=ppt/activeX/_rels/activeX47.xml.rels><?xml version="1.0" encoding="UTF-8" standalone="yes"?>
<Relationships xmlns="http://schemas.openxmlformats.org/package/2006/relationships"><Relationship Id="rId1" Type="http://schemas.microsoft.com/office/2006/relationships/activeXControlBinary" Target="activeX47.bin"/></Relationships>
</file>

<file path=ppt/activeX/_rels/activeX48.xml.rels><?xml version="1.0" encoding="UTF-8" standalone="yes"?>
<Relationships xmlns="http://schemas.openxmlformats.org/package/2006/relationships"><Relationship Id="rId1" Type="http://schemas.microsoft.com/office/2006/relationships/activeXControlBinary" Target="activeX48.bin"/></Relationships>
</file>

<file path=ppt/activeX/_rels/activeX49.xml.rels><?xml version="1.0" encoding="UTF-8" standalone="yes"?>
<Relationships xmlns="http://schemas.openxmlformats.org/package/2006/relationships"><Relationship Id="rId1" Type="http://schemas.microsoft.com/office/2006/relationships/activeXControlBinary" Target="activeX49.bin"/></Relationships>
</file>

<file path=ppt/activeX/activeX1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3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DFD181E0-5E2F-11CE-A449-00AA004A803D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DFD181E0-5E2F-11CE-A449-00AA004A803D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3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8BD21D30-EC42-11CE-9E0D-00AA006002F3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5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6.xml><?xml version="1.0" encoding="utf-8"?>
<ax:ocx xmlns:ax="http://schemas.microsoft.com/office/2006/activeX" xmlns:r="http://schemas.openxmlformats.org/officeDocument/2006/relationships" ax:classid="{8BD21D30-EC42-11CE-9E0D-00AA006002F3}" ax:persistence="persistStorage" r:id="rId1"/>
</file>

<file path=ppt/activeX/activeX17.xml><?xml version="1.0" encoding="utf-8"?>
<ax:ocx xmlns:ax="http://schemas.microsoft.com/office/2006/activeX" xmlns:r="http://schemas.openxmlformats.org/officeDocument/2006/relationships" ax:classid="{8BD21D30-EC42-11CE-9E0D-00AA006002F3}" ax:persistence="persistStorage" r:id="rId1"/>
</file>

<file path=ppt/activeX/activeX18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19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20.xml><?xml version="1.0" encoding="utf-8"?>
<ax:ocx xmlns:ax="http://schemas.microsoft.com/office/2006/activeX" xmlns:r="http://schemas.openxmlformats.org/officeDocument/2006/relationships" ax:classid="{8BD21D30-EC42-11CE-9E0D-00AA006002F3}" ax:persistence="persistStorage" r:id="rId1"/>
</file>

<file path=ppt/activeX/activeX21.xml><?xml version="1.0" encoding="utf-8"?>
<ax:ocx xmlns:ax="http://schemas.microsoft.com/office/2006/activeX" xmlns:r="http://schemas.openxmlformats.org/officeDocument/2006/relationships" ax:classid="{8BD21D30-EC42-11CE-9E0D-00AA006002F3}" ax:persistence="persistStorage" r:id="rId1"/>
</file>

<file path=ppt/activeX/activeX22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23.xml><?xml version="1.0" encoding="utf-8"?>
<ax:ocx xmlns:ax="http://schemas.microsoft.com/office/2006/activeX" xmlns:r="http://schemas.openxmlformats.org/officeDocument/2006/relationships" ax:classid="{8BD21D40-EC42-11CE-9E0D-00AA006002F3}" ax:persistence="persistStorage" r:id="rId1"/>
</file>

<file path=ppt/activeX/activeX24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6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7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8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2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3.xml><?xml version="1.0" encoding="utf-8"?>
<ax:ocx xmlns:ax="http://schemas.microsoft.com/office/2006/activeX" xmlns:r="http://schemas.openxmlformats.org/officeDocument/2006/relationships" ax:classid="{DFD181E0-5E2F-11CE-A449-00AA004A803D}" ax:persistence="persistStorage" r:id="rId1"/>
</file>

<file path=ppt/activeX/activeX34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6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7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8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3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2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3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4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5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6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7.xml><?xml version="1.0" encoding="utf-8"?>
<ax:ocx xmlns:ax="http://schemas.microsoft.com/office/2006/activeX" xmlns:r="http://schemas.openxmlformats.org/officeDocument/2006/relationships" ax:classid="{DFD181E0-5E2F-11CE-A449-00AA004A803D}" ax:persistence="persistStorage" r:id="rId1"/>
</file>

<file path=ppt/activeX/activeX48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49.xml><?xml version="1.0" encoding="utf-8"?>
<ax:ocx xmlns:ax="http://schemas.microsoft.com/office/2006/activeX" xmlns:r="http://schemas.openxmlformats.org/officeDocument/2006/relationships" ax:classid="{DFD181E0-5E2F-11CE-A449-00AA004A803D}" ax:persistence="persistStorage" r:id="rId1"/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C89AE7-63A8-4402-A8A1-91599BCDFC4B}" type="doc">
      <dgm:prSet loTypeId="urn:microsoft.com/office/officeart/2005/8/layout/hierarchy4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EDDAEA31-AF66-4A7B-8505-078C5D97F30B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发布相关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5DD2E66-F38B-4468-AFEB-953CB7301DBC}" type="parTrans" cxnId="{BF5E60DE-625E-4489-98B7-65889759F52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2FA557D-8883-4242-9C8C-217FA6919502}" type="sibTrans" cxnId="{BF5E60DE-625E-4489-98B7-65889759F525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106BC95-8D91-49A3-91AC-AB1DBE239137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统一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SDK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对接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F0171B2-3399-4753-AA58-35101B328B3C}" type="parTrans" cxnId="{650756CB-BB18-4E21-B1B0-9F1CFA4473F9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55802A5-BE6B-4001-996C-6DCE3C32304C}" type="sibTrans" cxnId="{650756CB-BB18-4E21-B1B0-9F1CFA4473F9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CC1FC48-C20E-4B56-BEEF-BF64C1B8C8D7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渠道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SDK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F659243-1D06-47DE-A110-140839896EC2}" type="parTrans" cxnId="{B5FE9375-21F0-48D2-ADD4-9AB10BB001A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36A16E5-A1F7-417F-86DF-95881F054403}" type="sibTrans" cxnId="{B5FE9375-21F0-48D2-ADD4-9AB10BB001AB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5043868-7BA7-423B-9D72-35FC301424A9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助手</a:t>
          </a:r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SDK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A44D5AF-A509-457A-BED9-B32421E577AD}" type="parTrans" cxnId="{3211D95F-EC9C-42F3-9618-4B286DC93C3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9829D6-299D-4995-98CC-56F8C8EA8919}" type="sibTrans" cxnId="{3211D95F-EC9C-42F3-9618-4B286DC93C38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B744BA-397B-4485-941C-67BE50EBA9E9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统一外部插件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E6BADB3-AD8E-402D-8501-D0D13DF05E81}" type="parTrans" cxnId="{BD40A36C-2B0F-4644-A62A-1FCB84D6A34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2A9CC77-8004-4982-879B-F71C917DCD3D}" type="sibTrans" cxnId="{BD40A36C-2B0F-4644-A62A-1FCB84D6A34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FACA03E-73C7-4482-AB8A-C3B737FE0059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语音、视频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9FBECFD-CA2F-4E77-B4A8-9E362E5FDF3B}" type="parTrans" cxnId="{2B851727-2E5E-4EE2-B19D-4A8FF1B9C36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2064681-9081-4D67-AC3F-9ABE8295AFB4}" type="sibTrans" cxnId="{2B851727-2E5E-4EE2-B19D-4A8FF1B9C36A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256E9FC-045C-4FFD-AAA1-AF98D7D2AEB2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打包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DDF3C7B-5B48-4A15-85A6-48EB7C501211}" type="parTrans" cxnId="{B9AFBC0D-9795-4D34-8197-1E8DCDE9D8E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9F434D4-95C9-4EE1-92CB-D32E1A5141E1}" type="sibTrans" cxnId="{B9AFBC0D-9795-4D34-8197-1E8DCDE9D8E0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C34679-F0B6-46B9-B078-9A6003BF4A71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研发相关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0F05BD-A3D8-406D-B8A3-E2083F023279}" type="parTrans" cxnId="{EE0DDB4C-8B92-4142-A3FB-3A5A263CA9B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E39FCA3-0EF1-4C6A-89B5-FB91FF9A77D9}" type="sibTrans" cxnId="{EE0DDB4C-8B92-4142-A3FB-3A5A263CA9B7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79CA7AD-09EB-4DD7-9343-05D3595E9A53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网络层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8A0BE0-BDC6-4FAD-8747-0B167A2CB3C0}" type="parTrans" cxnId="{7097805A-2728-4D6C-AC7F-3EEEFF5207A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F241228-B9CB-4991-AAF2-097BD89CD241}" type="sibTrans" cxnId="{7097805A-2728-4D6C-AC7F-3EEEFF5207AC}">
      <dgm:prSet/>
      <dgm:spPr/>
      <dgm:t>
        <a:bodyPr/>
        <a:lstStyle/>
        <a:p>
          <a:endParaRPr lang="zh-CN" altLang="en-US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996706D-2775-4936-8CDF-3545F733AA8A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自动打包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98DE3B7-E281-46C5-A09F-7F9EBE79559B}" type="parTrans" cxnId="{C9E17825-D8CB-4D26-BA41-6C2C6B339381}">
      <dgm:prSet/>
      <dgm:spPr/>
      <dgm:t>
        <a:bodyPr/>
        <a:lstStyle/>
        <a:p>
          <a:endParaRPr lang="zh-CN" altLang="en-US"/>
        </a:p>
      </dgm:t>
    </dgm:pt>
    <dgm:pt modelId="{80556ABA-A7BF-48DB-9241-212A8744A8E7}" type="sibTrans" cxnId="{C9E17825-D8CB-4D26-BA41-6C2C6B339381}">
      <dgm:prSet/>
      <dgm:spPr/>
      <dgm:t>
        <a:bodyPr/>
        <a:lstStyle/>
        <a:p>
          <a:endParaRPr lang="zh-CN" altLang="en-US"/>
        </a:p>
      </dgm:t>
    </dgm:pt>
    <dgm:pt modelId="{ABFAAC75-DA99-41A4-9AED-13A535592EBB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多版本打包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A15EA2-C6C8-4E09-9AEC-236BFB83F9B1}" type="parTrans" cxnId="{6A726645-CE91-4996-9278-7A0E04F22215}">
      <dgm:prSet/>
      <dgm:spPr/>
      <dgm:t>
        <a:bodyPr/>
        <a:lstStyle/>
        <a:p>
          <a:endParaRPr lang="zh-CN" altLang="en-US"/>
        </a:p>
      </dgm:t>
    </dgm:pt>
    <dgm:pt modelId="{0BED82E1-D5F8-4819-8428-6AF62B2C31C8}" type="sibTrans" cxnId="{6A726645-CE91-4996-9278-7A0E04F22215}">
      <dgm:prSet/>
      <dgm:spPr/>
      <dgm:t>
        <a:bodyPr/>
        <a:lstStyle/>
        <a:p>
          <a:endParaRPr lang="zh-CN" altLang="en-US"/>
        </a:p>
      </dgm:t>
    </dgm:pt>
    <dgm:pt modelId="{91E35065-7BE7-4EB6-9251-6471C6C15305}">
      <dgm:prSet phldrT="[文本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UI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512FC79-ADA7-4444-92B6-BA56449E7BB8}" type="parTrans" cxnId="{7E3052CE-7E57-4857-9D6A-750A152D83BF}">
      <dgm:prSet/>
      <dgm:spPr/>
      <dgm:t>
        <a:bodyPr/>
        <a:lstStyle/>
        <a:p>
          <a:endParaRPr lang="zh-CN" altLang="en-US"/>
        </a:p>
      </dgm:t>
    </dgm:pt>
    <dgm:pt modelId="{6B976056-11AC-4C27-99F7-E93CBB809789}" type="sibTrans" cxnId="{7E3052CE-7E57-4857-9D6A-750A152D83BF}">
      <dgm:prSet/>
      <dgm:spPr/>
      <dgm:t>
        <a:bodyPr/>
        <a:lstStyle/>
        <a:p>
          <a:endParaRPr lang="zh-CN" altLang="en-US"/>
        </a:p>
      </dgm:t>
    </dgm:pt>
    <dgm:pt modelId="{84689845-BC23-4359-884A-A4783D8C24FB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游戏框架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B4CC3AA-8C3C-48A4-B871-0E11C2BBDFA2}" type="parTrans" cxnId="{44BA2C98-4016-4893-90AC-AC83039D3DD3}">
      <dgm:prSet/>
      <dgm:spPr/>
      <dgm:t>
        <a:bodyPr/>
        <a:lstStyle/>
        <a:p>
          <a:endParaRPr lang="zh-CN" altLang="en-US"/>
        </a:p>
      </dgm:t>
    </dgm:pt>
    <dgm:pt modelId="{B7242665-DC86-49C9-A7BB-038A7B16CEB6}" type="sibTrans" cxnId="{44BA2C98-4016-4893-90AC-AC83039D3DD3}">
      <dgm:prSet/>
      <dgm:spPr/>
      <dgm:t>
        <a:bodyPr/>
        <a:lstStyle/>
        <a:p>
          <a:endParaRPr lang="zh-CN" altLang="en-US"/>
        </a:p>
      </dgm:t>
    </dgm:pt>
    <dgm:pt modelId="{CC454BF9-AA31-435E-91AD-41203B513C0C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底层框架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CB8B7C5-7B88-40F4-A445-4A3FD54439CA}" type="parTrans" cxnId="{FA18D944-FF1C-4003-A3AE-0CF0B855CC58}">
      <dgm:prSet/>
      <dgm:spPr/>
      <dgm:t>
        <a:bodyPr/>
        <a:lstStyle/>
        <a:p>
          <a:endParaRPr lang="zh-CN" altLang="en-US"/>
        </a:p>
      </dgm:t>
    </dgm:pt>
    <dgm:pt modelId="{F3893FDA-8A53-4EDF-8D04-265B9286A16C}" type="sibTrans" cxnId="{FA18D944-FF1C-4003-A3AE-0CF0B855CC58}">
      <dgm:prSet/>
      <dgm:spPr/>
      <dgm:t>
        <a:bodyPr/>
        <a:lstStyle/>
        <a:p>
          <a:endParaRPr lang="zh-CN" altLang="en-US"/>
        </a:p>
      </dgm:t>
    </dgm:pt>
    <dgm:pt modelId="{E55E52DE-B921-4315-8738-5EAAA9161B24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网络通讯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F29ADCC-8421-4CC4-9DBE-C87DE4162900}" type="parTrans" cxnId="{C20CD19B-AA36-4D38-B8BE-62E910779246}">
      <dgm:prSet/>
      <dgm:spPr/>
      <dgm:t>
        <a:bodyPr/>
        <a:lstStyle/>
        <a:p>
          <a:endParaRPr lang="zh-CN" altLang="en-US"/>
        </a:p>
      </dgm:t>
    </dgm:pt>
    <dgm:pt modelId="{0A4B19E2-F5A9-41C7-B0B5-E42C635749B7}" type="sibTrans" cxnId="{C20CD19B-AA36-4D38-B8BE-62E910779246}">
      <dgm:prSet/>
      <dgm:spPr/>
      <dgm:t>
        <a:bodyPr/>
        <a:lstStyle/>
        <a:p>
          <a:endParaRPr lang="zh-CN" altLang="en-US"/>
        </a:p>
      </dgm:t>
    </dgm:pt>
    <dgm:pt modelId="{BB0FA8B7-6A8A-4C96-8620-DD6E8851AED8}">
      <dgm:prSet phldrT="[文本]"/>
      <dgm:spPr/>
      <dgm:t>
        <a:bodyPr/>
        <a:lstStyle/>
        <a:p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Web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配置参数获取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1ED3A30-1E0F-41BA-861E-5D4C14F9B8A3}" type="parTrans" cxnId="{8F415D65-B253-424C-9C95-F01BDA15F280}">
      <dgm:prSet/>
      <dgm:spPr/>
      <dgm:t>
        <a:bodyPr/>
        <a:lstStyle/>
        <a:p>
          <a:endParaRPr lang="zh-CN" altLang="en-US"/>
        </a:p>
      </dgm:t>
    </dgm:pt>
    <dgm:pt modelId="{5EFFE6AA-70E4-4A7F-9DE0-87D6D3C9532D}" type="sibTrans" cxnId="{8F415D65-B253-424C-9C95-F01BDA15F280}">
      <dgm:prSet/>
      <dgm:spPr/>
      <dgm:t>
        <a:bodyPr/>
        <a:lstStyle/>
        <a:p>
          <a:endParaRPr lang="zh-CN" altLang="en-US"/>
        </a:p>
      </dgm:t>
    </dgm:pt>
    <dgm:pt modelId="{CD4E9E1D-9A29-4E28-9CD6-2579AC04F4F5}">
      <dgm:prSet phldrT="[文本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资源管理层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27B1FA8-7585-4C58-ABBA-788F795C88C2}" type="parTrans" cxnId="{B2416B3F-0A41-4F20-AA60-3BF5FBFA3681}">
      <dgm:prSet/>
      <dgm:spPr/>
      <dgm:t>
        <a:bodyPr/>
        <a:lstStyle/>
        <a:p>
          <a:endParaRPr lang="zh-CN" altLang="en-US"/>
        </a:p>
      </dgm:t>
    </dgm:pt>
    <dgm:pt modelId="{EBA019B8-EDA9-43E6-85C7-B40E15129D2C}" type="sibTrans" cxnId="{B2416B3F-0A41-4F20-AA60-3BF5FBFA3681}">
      <dgm:prSet/>
      <dgm:spPr/>
      <dgm:t>
        <a:bodyPr/>
        <a:lstStyle/>
        <a:p>
          <a:endParaRPr lang="zh-CN" altLang="en-US"/>
        </a:p>
      </dgm:t>
    </dgm:pt>
    <dgm:pt modelId="{61D62953-4A1A-471E-BA3E-8080262D41F7}">
      <dgm:prSet phldrT="[文本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打包资源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61D884B-1C76-49CC-B941-29A677444C09}" type="parTrans" cxnId="{D94D39A0-98D9-4A6F-A986-A94C79B442E3}">
      <dgm:prSet/>
      <dgm:spPr/>
      <dgm:t>
        <a:bodyPr/>
        <a:lstStyle/>
        <a:p>
          <a:endParaRPr lang="zh-CN" altLang="en-US"/>
        </a:p>
      </dgm:t>
    </dgm:pt>
    <dgm:pt modelId="{645F79E6-C99D-4FFC-811C-994F1A2EB2C6}" type="sibTrans" cxnId="{D94D39A0-98D9-4A6F-A986-A94C79B442E3}">
      <dgm:prSet/>
      <dgm:spPr/>
      <dgm:t>
        <a:bodyPr/>
        <a:lstStyle/>
        <a:p>
          <a:endParaRPr lang="zh-CN" altLang="en-US"/>
        </a:p>
      </dgm:t>
    </dgm:pt>
    <dgm:pt modelId="{2E4B7F22-E4C7-4DD9-A508-38C9B168C6C5}">
      <dgm:prSet phldrT="[文本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零散资源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A90480A-6E64-439E-B91A-3C98B88ECD09}" type="parTrans" cxnId="{067C2DA3-1D24-44C9-800F-F97504273C1C}">
      <dgm:prSet/>
      <dgm:spPr/>
      <dgm:t>
        <a:bodyPr/>
        <a:lstStyle/>
        <a:p>
          <a:endParaRPr lang="zh-CN" altLang="en-US"/>
        </a:p>
      </dgm:t>
    </dgm:pt>
    <dgm:pt modelId="{8BF71673-4609-4C7E-A4CA-465803A722DB}" type="sibTrans" cxnId="{067C2DA3-1D24-44C9-800F-F97504273C1C}">
      <dgm:prSet/>
      <dgm:spPr/>
      <dgm:t>
        <a:bodyPr/>
        <a:lstStyle/>
        <a:p>
          <a:endParaRPr lang="zh-CN" altLang="en-US"/>
        </a:p>
      </dgm:t>
    </dgm:pt>
    <dgm:pt modelId="{40ACC490-6448-44AE-B051-0FC619B7F8FB}">
      <dgm:prSet phldrT="[文本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资源热更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E110986-B7F0-43F4-ABE7-24D9B91CF6E8}" type="parTrans" cxnId="{FEBFF45F-9380-4EEC-A9FD-B1C1F5E9BD37}">
      <dgm:prSet/>
      <dgm:spPr/>
      <dgm:t>
        <a:bodyPr/>
        <a:lstStyle/>
        <a:p>
          <a:endParaRPr lang="zh-CN" altLang="en-US"/>
        </a:p>
      </dgm:t>
    </dgm:pt>
    <dgm:pt modelId="{8BBEF762-D77D-4E2B-8870-D1B3B70E045D}" type="sibTrans" cxnId="{FEBFF45F-9380-4EEC-A9FD-B1C1F5E9BD37}">
      <dgm:prSet/>
      <dgm:spPr/>
      <dgm:t>
        <a:bodyPr/>
        <a:lstStyle/>
        <a:p>
          <a:endParaRPr lang="zh-CN" altLang="en-US"/>
        </a:p>
      </dgm:t>
    </dgm:pt>
    <dgm:pt modelId="{FEF54032-5B43-4BF5-8954-52B63D18D054}">
      <dgm:prSet phldrT="[文本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代码热更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30B549B-6C10-4359-B770-E36833C85295}" type="parTrans" cxnId="{89B0F787-D7BA-46D2-BDDE-0E7321A6FAA7}">
      <dgm:prSet/>
      <dgm:spPr/>
      <dgm:t>
        <a:bodyPr/>
        <a:lstStyle/>
        <a:p>
          <a:endParaRPr lang="zh-CN" altLang="en-US"/>
        </a:p>
      </dgm:t>
    </dgm:pt>
    <dgm:pt modelId="{CC7A0933-7FFC-4DB5-986A-2F47512062ED}" type="sibTrans" cxnId="{89B0F787-D7BA-46D2-BDDE-0E7321A6FAA7}">
      <dgm:prSet/>
      <dgm:spPr/>
      <dgm:t>
        <a:bodyPr/>
        <a:lstStyle/>
        <a:p>
          <a:endParaRPr lang="zh-CN" altLang="en-US"/>
        </a:p>
      </dgm:t>
    </dgm:pt>
    <dgm:pt modelId="{C14A26DF-2CAD-4678-9773-F6063C44414D}">
      <dgm:prSet phldrT="[文本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热更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6D730AA-6C8F-4CC0-BDDB-296C1C40D6CF}" type="parTrans" cxnId="{7044AD46-B77F-418F-B311-59F088935640}">
      <dgm:prSet/>
      <dgm:spPr/>
      <dgm:t>
        <a:bodyPr/>
        <a:lstStyle/>
        <a:p>
          <a:endParaRPr lang="zh-CN" altLang="en-US"/>
        </a:p>
      </dgm:t>
    </dgm:pt>
    <dgm:pt modelId="{6369C0DF-FCA8-4D67-AF90-E54FEECDDEC3}" type="sibTrans" cxnId="{7044AD46-B77F-418F-B311-59F088935640}">
      <dgm:prSet/>
      <dgm:spPr/>
      <dgm:t>
        <a:bodyPr/>
        <a:lstStyle/>
        <a:p>
          <a:endParaRPr lang="zh-CN" altLang="en-US"/>
        </a:p>
      </dgm:t>
    </dgm:pt>
    <dgm:pt modelId="{00945500-B92F-42E3-BCD2-9B015D71DBFA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翻译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2D7E422-1B0B-4207-A355-618B912D2227}" type="parTrans" cxnId="{A77D219B-4928-40EC-986E-6815DB3A6448}">
      <dgm:prSet/>
      <dgm:spPr/>
      <dgm:t>
        <a:bodyPr/>
        <a:lstStyle/>
        <a:p>
          <a:endParaRPr lang="zh-CN" altLang="en-US"/>
        </a:p>
      </dgm:t>
    </dgm:pt>
    <dgm:pt modelId="{7E9B6F25-A65C-42C6-BEB0-4224429DAD8A}" type="sibTrans" cxnId="{A77D219B-4928-40EC-986E-6815DB3A6448}">
      <dgm:prSet/>
      <dgm:spPr/>
      <dgm:t>
        <a:bodyPr/>
        <a:lstStyle/>
        <a:p>
          <a:endParaRPr lang="zh-CN" altLang="en-US"/>
        </a:p>
      </dgm:t>
    </dgm:pt>
    <dgm:pt modelId="{3D6ECC87-7CD4-4E6C-BA6A-E844E4DB6D6F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直接平台操作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35B18BF-F286-446C-86B5-EEFF91D1F727}" type="parTrans" cxnId="{3B3F12E8-97D9-48F4-9F94-C93EBF0FE041}">
      <dgm:prSet/>
      <dgm:spPr/>
      <dgm:t>
        <a:bodyPr/>
        <a:lstStyle/>
        <a:p>
          <a:endParaRPr lang="zh-CN" altLang="en-US"/>
        </a:p>
      </dgm:t>
    </dgm:pt>
    <dgm:pt modelId="{4B85CAD0-8F1B-49EB-B9B3-1ED6F5BD9E81}" type="sibTrans" cxnId="{3B3F12E8-97D9-48F4-9F94-C93EBF0FE041}">
      <dgm:prSet/>
      <dgm:spPr/>
      <dgm:t>
        <a:bodyPr/>
        <a:lstStyle/>
        <a:p>
          <a:endParaRPr lang="zh-CN" altLang="en-US"/>
        </a:p>
      </dgm:t>
    </dgm:pt>
    <dgm:pt modelId="{9A9B3547-7A5F-4923-9E33-31E8BBB7089C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各个渠道版本母包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3CD779B-678E-4732-9872-9CEF9A79A03F}" type="parTrans" cxnId="{715F0C44-FAA0-48DB-844B-BF4CB05BBB42}">
      <dgm:prSet/>
      <dgm:spPr/>
      <dgm:t>
        <a:bodyPr/>
        <a:lstStyle/>
        <a:p>
          <a:endParaRPr lang="zh-CN" altLang="en-US"/>
        </a:p>
      </dgm:t>
    </dgm:pt>
    <dgm:pt modelId="{DB253298-876C-4CB8-B0FE-26DA7BC54506}" type="sibTrans" cxnId="{715F0C44-FAA0-48DB-844B-BF4CB05BBB42}">
      <dgm:prSet/>
      <dgm:spPr/>
      <dgm:t>
        <a:bodyPr/>
        <a:lstStyle/>
        <a:p>
          <a:endParaRPr lang="zh-CN" altLang="en-US"/>
        </a:p>
      </dgm:t>
    </dgm:pt>
    <dgm:pt modelId="{C470E04F-7B4C-471B-A81B-AFB9678E7C5B}">
      <dgm:prSet phldrT="[文本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公共模块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FB2B736-CBA2-4D55-8606-5C45D2D9E1B0}" type="parTrans" cxnId="{81654348-A4B3-471E-A70F-09B21036717E}">
      <dgm:prSet/>
      <dgm:spPr/>
      <dgm:t>
        <a:bodyPr/>
        <a:lstStyle/>
        <a:p>
          <a:endParaRPr lang="zh-CN" altLang="en-US"/>
        </a:p>
      </dgm:t>
    </dgm:pt>
    <dgm:pt modelId="{81A21972-0E4A-40B1-9BF7-0FFF46F0D0EE}" type="sibTrans" cxnId="{81654348-A4B3-471E-A70F-09B21036717E}">
      <dgm:prSet/>
      <dgm:spPr/>
      <dgm:t>
        <a:bodyPr/>
        <a:lstStyle/>
        <a:p>
          <a:endParaRPr lang="zh-CN" altLang="en-US"/>
        </a:p>
      </dgm:t>
    </dgm:pt>
    <dgm:pt modelId="{EF994CCF-981C-4B58-B30D-C742A371DC37}">
      <dgm:prSet phldrT="[文本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Avatar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C37BAA2-E4E9-4901-81EE-3AB2E06C5DC7}" type="parTrans" cxnId="{A6EF3BED-FB67-4CFC-BF75-271471582C46}">
      <dgm:prSet/>
      <dgm:spPr/>
      <dgm:t>
        <a:bodyPr/>
        <a:lstStyle/>
        <a:p>
          <a:endParaRPr lang="zh-CN" altLang="en-US"/>
        </a:p>
      </dgm:t>
    </dgm:pt>
    <dgm:pt modelId="{DA0B3203-6CB6-411F-9C79-8A3B0213901C}" type="sibTrans" cxnId="{A6EF3BED-FB67-4CFC-BF75-271471582C46}">
      <dgm:prSet/>
      <dgm:spPr/>
      <dgm:t>
        <a:bodyPr/>
        <a:lstStyle/>
        <a:p>
          <a:endParaRPr lang="zh-CN" altLang="en-US"/>
        </a:p>
      </dgm:t>
    </dgm:pt>
    <dgm:pt modelId="{B101BF9A-D7CF-4C80-A77A-1DB7126E22CB}">
      <dgm:prSet phldrT="[文本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镜头控制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57C328-CB11-4949-84C5-DDB6988629AB}" type="parTrans" cxnId="{A689D270-60CD-42AE-89C9-17D739096693}">
      <dgm:prSet/>
      <dgm:spPr/>
      <dgm:t>
        <a:bodyPr/>
        <a:lstStyle/>
        <a:p>
          <a:endParaRPr lang="zh-CN" altLang="en-US"/>
        </a:p>
      </dgm:t>
    </dgm:pt>
    <dgm:pt modelId="{424E9F13-D9D0-497D-BA9F-B8057E3163F6}" type="sibTrans" cxnId="{A689D270-60CD-42AE-89C9-17D739096693}">
      <dgm:prSet/>
      <dgm:spPr/>
      <dgm:t>
        <a:bodyPr/>
        <a:lstStyle/>
        <a:p>
          <a:endParaRPr lang="zh-CN" altLang="en-US"/>
        </a:p>
      </dgm:t>
    </dgm:pt>
    <dgm:pt modelId="{5C82E2B7-E4E9-44C3-B28C-CB05C07AACBF}">
      <dgm:prSet phldrT="[文本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场景管理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A3153B-A136-470E-8F3D-D47E0B731915}" type="parTrans" cxnId="{D6D9715F-1831-4208-9E8D-3F53DC09237F}">
      <dgm:prSet/>
      <dgm:spPr/>
      <dgm:t>
        <a:bodyPr/>
        <a:lstStyle/>
        <a:p>
          <a:endParaRPr lang="zh-CN" altLang="en-US"/>
        </a:p>
      </dgm:t>
    </dgm:pt>
    <dgm:pt modelId="{CB15D299-CF3B-4681-AD93-B4F0558E6447}" type="sibTrans" cxnId="{D6D9715F-1831-4208-9E8D-3F53DC09237F}">
      <dgm:prSet/>
      <dgm:spPr/>
      <dgm:t>
        <a:bodyPr/>
        <a:lstStyle/>
        <a:p>
          <a:endParaRPr lang="zh-CN" altLang="en-US"/>
        </a:p>
      </dgm:t>
    </dgm:pt>
    <dgm:pt modelId="{D453B8DA-EBC4-435B-B756-91B709423E5B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日志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19D4504-0E45-4C71-87B8-5B606DEE7365}" type="parTrans" cxnId="{28CA3B7B-B5BB-463E-9388-34D6A9C7F4C0}">
      <dgm:prSet/>
      <dgm:spPr/>
      <dgm:t>
        <a:bodyPr/>
        <a:lstStyle/>
        <a:p>
          <a:endParaRPr lang="zh-CN" altLang="en-US"/>
        </a:p>
      </dgm:t>
    </dgm:pt>
    <dgm:pt modelId="{1839F16A-04C1-44D8-B749-8AF51A783626}" type="sibTrans" cxnId="{28CA3B7B-B5BB-463E-9388-34D6A9C7F4C0}">
      <dgm:prSet/>
      <dgm:spPr/>
      <dgm:t>
        <a:bodyPr/>
        <a:lstStyle/>
        <a:p>
          <a:endParaRPr lang="zh-CN" altLang="en-US"/>
        </a:p>
      </dgm:t>
    </dgm:pt>
    <dgm:pt modelId="{F7D6A6C1-F271-4400-9010-AEA51A5C6AE5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游戏日志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B47B9D5-6059-4A19-8297-C630C1726711}" type="parTrans" cxnId="{15E20083-09B8-4D93-9020-9B4127427485}">
      <dgm:prSet/>
      <dgm:spPr/>
      <dgm:t>
        <a:bodyPr/>
        <a:lstStyle/>
        <a:p>
          <a:endParaRPr lang="zh-CN" altLang="en-US"/>
        </a:p>
      </dgm:t>
    </dgm:pt>
    <dgm:pt modelId="{C21065B8-DC5C-465B-BB3E-6DFF709FBCF0}" type="sibTrans" cxnId="{15E20083-09B8-4D93-9020-9B4127427485}">
      <dgm:prSet/>
      <dgm:spPr/>
      <dgm:t>
        <a:bodyPr/>
        <a:lstStyle/>
        <a:p>
          <a:endParaRPr lang="zh-CN" altLang="en-US"/>
        </a:p>
      </dgm:t>
    </dgm:pt>
    <dgm:pt modelId="{B5F6594D-987E-46BA-B14D-D15719CADD1F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数据分析日志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116242D-60E9-49BD-8462-1B188D754D0F}" type="parTrans" cxnId="{BEB50288-862B-440A-8696-88310CC7F319}">
      <dgm:prSet/>
      <dgm:spPr/>
      <dgm:t>
        <a:bodyPr/>
        <a:lstStyle/>
        <a:p>
          <a:endParaRPr lang="zh-CN" altLang="en-US"/>
        </a:p>
      </dgm:t>
    </dgm:pt>
    <dgm:pt modelId="{3A2DF931-F718-486B-A634-1A1C031D30BE}" type="sibTrans" cxnId="{BEB50288-862B-440A-8696-88310CC7F319}">
      <dgm:prSet/>
      <dgm:spPr/>
      <dgm:t>
        <a:bodyPr/>
        <a:lstStyle/>
        <a:p>
          <a:endParaRPr lang="zh-CN" altLang="en-US"/>
        </a:p>
      </dgm:t>
    </dgm:pt>
    <dgm:pt modelId="{0C6DD9B1-6264-437E-B877-2CB6E41CB1E6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项目协作分功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B702E84-AEE0-4245-9587-0E9D86F30915}" type="parTrans" cxnId="{ADCDF77F-ED2F-44E2-BAE4-9003DA5704D2}">
      <dgm:prSet/>
      <dgm:spPr/>
      <dgm:t>
        <a:bodyPr/>
        <a:lstStyle/>
        <a:p>
          <a:endParaRPr lang="zh-CN" altLang="en-US"/>
        </a:p>
      </dgm:t>
    </dgm:pt>
    <dgm:pt modelId="{BE2651ED-BBA9-4311-BB9F-B98B3BF9BC34}" type="sibTrans" cxnId="{ADCDF77F-ED2F-44E2-BAE4-9003DA5704D2}">
      <dgm:prSet/>
      <dgm:spPr/>
      <dgm:t>
        <a:bodyPr/>
        <a:lstStyle/>
        <a:p>
          <a:endParaRPr lang="zh-CN" altLang="en-US"/>
        </a:p>
      </dgm:t>
    </dgm:pt>
    <dgm:pt modelId="{A1CB2D22-93B3-40CD-9432-0A59B9C025D5}">
      <dgm:prSet phldrT="[文本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美术工程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20FB961-0EA4-437F-BE5E-AEDF05AAB592}" type="parTrans" cxnId="{5D080C5A-2BDF-4F1D-AB0D-A87E25A8AAFB}">
      <dgm:prSet/>
      <dgm:spPr/>
      <dgm:t>
        <a:bodyPr/>
        <a:lstStyle/>
        <a:p>
          <a:endParaRPr lang="zh-CN" altLang="en-US"/>
        </a:p>
      </dgm:t>
    </dgm:pt>
    <dgm:pt modelId="{8535586D-4D3E-4F81-97E4-0ED2836707F9}" type="sibTrans" cxnId="{5D080C5A-2BDF-4F1D-AB0D-A87E25A8AAFB}">
      <dgm:prSet/>
      <dgm:spPr/>
      <dgm:t>
        <a:bodyPr/>
        <a:lstStyle/>
        <a:p>
          <a:endParaRPr lang="zh-CN" altLang="en-US"/>
        </a:p>
      </dgm:t>
    </dgm:pt>
    <dgm:pt modelId="{751DC985-A097-4168-956A-CFD8C36B7D99}">
      <dgm:prSet phldrT="[文本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程序工程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3A0D96D-1D3B-455D-A99B-050E4C51AAEA}" type="parTrans" cxnId="{6E2C47E9-F556-4E28-BF3B-2094B00CAFD8}">
      <dgm:prSet/>
      <dgm:spPr/>
      <dgm:t>
        <a:bodyPr/>
        <a:lstStyle/>
        <a:p>
          <a:endParaRPr lang="zh-CN" altLang="en-US"/>
        </a:p>
      </dgm:t>
    </dgm:pt>
    <dgm:pt modelId="{56985452-F25E-4159-B0BA-D5C32AD8DD8A}" type="sibTrans" cxnId="{6E2C47E9-F556-4E28-BF3B-2094B00CAFD8}">
      <dgm:prSet/>
      <dgm:spPr/>
      <dgm:t>
        <a:bodyPr/>
        <a:lstStyle/>
        <a:p>
          <a:endParaRPr lang="zh-CN" altLang="en-US"/>
        </a:p>
      </dgm:t>
    </dgm:pt>
    <dgm:pt modelId="{268C22EB-EC69-46B0-AB07-F7FA1462DD4E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策划数据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E060A4-908B-4845-83D5-F8AB3BF3BC97}" type="parTrans" cxnId="{B57BD64C-3D67-44FC-8C2A-72DD09AD62D0}">
      <dgm:prSet/>
      <dgm:spPr/>
      <dgm:t>
        <a:bodyPr/>
        <a:lstStyle/>
        <a:p>
          <a:endParaRPr lang="zh-CN" altLang="en-US"/>
        </a:p>
      </dgm:t>
    </dgm:pt>
    <dgm:pt modelId="{376E662F-608E-4190-8AC7-172681F782EC}" type="sibTrans" cxnId="{B57BD64C-3D67-44FC-8C2A-72DD09AD62D0}">
      <dgm:prSet/>
      <dgm:spPr/>
      <dgm:t>
        <a:bodyPr/>
        <a:lstStyle/>
        <a:p>
          <a:endParaRPr lang="zh-CN" altLang="en-US"/>
        </a:p>
      </dgm:t>
    </dgm:pt>
    <dgm:pt modelId="{A546EC86-21C6-4311-B81A-22F6563E38B5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代码自动生成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7E710A8-B11C-4F39-9AC0-7E89C93B8642}" type="parTrans" cxnId="{33026E5C-22E8-4E99-A648-4059B0B0CA92}">
      <dgm:prSet/>
      <dgm:spPr/>
      <dgm:t>
        <a:bodyPr/>
        <a:lstStyle/>
        <a:p>
          <a:endParaRPr lang="zh-CN" altLang="en-US"/>
        </a:p>
      </dgm:t>
    </dgm:pt>
    <dgm:pt modelId="{9F52BBC5-9EB6-4B13-AEBA-EDCE434F47DE}" type="sibTrans" cxnId="{33026E5C-22E8-4E99-A648-4059B0B0CA92}">
      <dgm:prSet/>
      <dgm:spPr/>
      <dgm:t>
        <a:bodyPr/>
        <a:lstStyle/>
        <a:p>
          <a:endParaRPr lang="zh-CN" altLang="en-US"/>
        </a:p>
      </dgm:t>
    </dgm:pt>
    <dgm:pt modelId="{9DE64566-F5D3-40A9-9641-3D254C13F69D}">
      <dgm:prSet phldrT="[文本]"/>
      <dgm:spPr/>
      <dgm:t>
        <a:bodyPr/>
        <a:lstStyle/>
        <a:p>
          <a:r>
            <a: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DB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0DC5AD1-69E2-4A24-A1AC-4E0418732666}" type="parTrans" cxnId="{BD98E905-1B02-4F9B-9B3A-9186E1525662}">
      <dgm:prSet/>
      <dgm:spPr/>
      <dgm:t>
        <a:bodyPr/>
        <a:lstStyle/>
        <a:p>
          <a:endParaRPr lang="zh-CN" altLang="en-US"/>
        </a:p>
      </dgm:t>
    </dgm:pt>
    <dgm:pt modelId="{8AC8A0B4-BECA-4842-B72F-422C216A4528}" type="sibTrans" cxnId="{BD98E905-1B02-4F9B-9B3A-9186E1525662}">
      <dgm:prSet/>
      <dgm:spPr/>
      <dgm:t>
        <a:bodyPr/>
        <a:lstStyle/>
        <a:p>
          <a:endParaRPr lang="zh-CN" altLang="en-US"/>
        </a:p>
      </dgm:t>
    </dgm:pt>
    <dgm:pt modelId="{1958162D-DC1B-403B-8E01-EF5A262998F2}">
      <dgm:prSet phldrT="[文本]"/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协议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4F25A19-635E-4C27-9F15-E0639EBA912E}" type="parTrans" cxnId="{3F187D46-283A-444B-B4BD-ACA879A63109}">
      <dgm:prSet/>
      <dgm:spPr/>
      <dgm:t>
        <a:bodyPr/>
        <a:lstStyle/>
        <a:p>
          <a:endParaRPr lang="zh-CN" altLang="en-US"/>
        </a:p>
      </dgm:t>
    </dgm:pt>
    <dgm:pt modelId="{FAB1A460-FFF2-4999-9FF7-EC09BF794769}" type="sibTrans" cxnId="{3F187D46-283A-444B-B4BD-ACA879A63109}">
      <dgm:prSet/>
      <dgm:spPr/>
      <dgm:t>
        <a:bodyPr/>
        <a:lstStyle/>
        <a:p>
          <a:endParaRPr lang="zh-CN" altLang="en-US"/>
        </a:p>
      </dgm:t>
    </dgm:pt>
    <dgm:pt modelId="{E22118B6-5913-4CC1-90C3-211FBFFCD53A}">
      <dgm:prSet phldrT="[文本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。。。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E79659A-DA62-4430-8E64-25E0AE662E61}" type="parTrans" cxnId="{7B12B79D-AA22-44AF-923C-C88A0C1BCB2A}">
      <dgm:prSet/>
      <dgm:spPr/>
      <dgm:t>
        <a:bodyPr/>
        <a:lstStyle/>
        <a:p>
          <a:endParaRPr lang="zh-CN" altLang="en-US"/>
        </a:p>
      </dgm:t>
    </dgm:pt>
    <dgm:pt modelId="{95379DB0-12D8-4285-8404-A19BA6E22A4B}" type="sibTrans" cxnId="{7B12B79D-AA22-44AF-923C-C88A0C1BCB2A}">
      <dgm:prSet/>
      <dgm:spPr/>
      <dgm:t>
        <a:bodyPr/>
        <a:lstStyle/>
        <a:p>
          <a:endParaRPr lang="zh-CN" altLang="en-US"/>
        </a:p>
      </dgm:t>
    </dgm:pt>
    <dgm:pt modelId="{56EAF470-6E25-4C58-9D95-9B89229E9E8D}">
      <dgm:prSet phldrT="[文本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剧情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BE65ECA-D775-4F1C-9E86-AD0013CEA353}" type="parTrans" cxnId="{E459B151-F5AD-4988-8B20-BF9C8670B6A1}">
      <dgm:prSet/>
      <dgm:spPr/>
      <dgm:t>
        <a:bodyPr/>
        <a:lstStyle/>
        <a:p>
          <a:endParaRPr lang="zh-CN" altLang="en-US"/>
        </a:p>
      </dgm:t>
    </dgm:pt>
    <dgm:pt modelId="{85C5915D-EDD2-4455-91DE-51801401AB37}" type="sibTrans" cxnId="{E459B151-F5AD-4988-8B20-BF9C8670B6A1}">
      <dgm:prSet/>
      <dgm:spPr/>
      <dgm:t>
        <a:bodyPr/>
        <a:lstStyle/>
        <a:p>
          <a:endParaRPr lang="zh-CN" altLang="en-US"/>
        </a:p>
      </dgm:t>
    </dgm:pt>
    <dgm:pt modelId="{A23090F2-6F07-4C3F-ABDA-D3421D1CA112}">
      <dgm:prSet phldrT="[文本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多语言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DA839F4-F8DC-4DDC-BD5B-1F94BC400761}" type="parTrans" cxnId="{78F0363B-052D-4449-A39A-4F1066B8DB8B}">
      <dgm:prSet/>
      <dgm:spPr/>
      <dgm:t>
        <a:bodyPr/>
        <a:lstStyle/>
        <a:p>
          <a:endParaRPr lang="zh-CN" altLang="en-US"/>
        </a:p>
      </dgm:t>
    </dgm:pt>
    <dgm:pt modelId="{88F4AF83-F664-41C1-9552-6772697403BE}" type="sibTrans" cxnId="{78F0363B-052D-4449-A39A-4F1066B8DB8B}">
      <dgm:prSet/>
      <dgm:spPr/>
      <dgm:t>
        <a:bodyPr/>
        <a:lstStyle/>
        <a:p>
          <a:endParaRPr lang="zh-CN" altLang="en-US"/>
        </a:p>
      </dgm:t>
    </dgm:pt>
    <dgm:pt modelId="{4E3E33E8-0453-4CF1-9A07-3E2804243CCC}" type="pres">
      <dgm:prSet presAssocID="{10C89AE7-63A8-4402-A8A1-91599BCDFC4B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617E2739-D87F-4942-BB2A-49DFD321F6D4}" type="pres">
      <dgm:prSet presAssocID="{EDDAEA31-AF66-4A7B-8505-078C5D97F30B}" presName="vertOne" presStyleCnt="0"/>
      <dgm:spPr/>
    </dgm:pt>
    <dgm:pt modelId="{7DEAB530-53B8-4113-B1D4-13EB7B4E9903}" type="pres">
      <dgm:prSet presAssocID="{EDDAEA31-AF66-4A7B-8505-078C5D97F30B}" presName="txOne" presStyleLbl="node0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D7CE2AF-E6D0-4615-96DA-3C296EBC85B9}" type="pres">
      <dgm:prSet presAssocID="{EDDAEA31-AF66-4A7B-8505-078C5D97F30B}" presName="parTransOne" presStyleCnt="0"/>
      <dgm:spPr/>
    </dgm:pt>
    <dgm:pt modelId="{B41EB3EC-53E1-44CE-826F-7858E28944EF}" type="pres">
      <dgm:prSet presAssocID="{EDDAEA31-AF66-4A7B-8505-078C5D97F30B}" presName="horzOne" presStyleCnt="0"/>
      <dgm:spPr/>
    </dgm:pt>
    <dgm:pt modelId="{BBB4D290-2966-4EE4-AA3B-185A5067C7C7}" type="pres">
      <dgm:prSet presAssocID="{6106BC95-8D91-49A3-91AC-AB1DBE239137}" presName="vertTwo" presStyleCnt="0"/>
      <dgm:spPr/>
    </dgm:pt>
    <dgm:pt modelId="{F6B49DB5-8279-452C-AED8-2067ADAAB4FD}" type="pres">
      <dgm:prSet presAssocID="{6106BC95-8D91-49A3-91AC-AB1DBE239137}" presName="txTwo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A31C492-B449-451B-871F-A388857DD5A6}" type="pres">
      <dgm:prSet presAssocID="{6106BC95-8D91-49A3-91AC-AB1DBE239137}" presName="parTransTwo" presStyleCnt="0"/>
      <dgm:spPr/>
    </dgm:pt>
    <dgm:pt modelId="{FBC9C3EA-B80F-4758-B280-FF974FB78F85}" type="pres">
      <dgm:prSet presAssocID="{6106BC95-8D91-49A3-91AC-AB1DBE239137}" presName="horzTwo" presStyleCnt="0"/>
      <dgm:spPr/>
    </dgm:pt>
    <dgm:pt modelId="{92F46817-6266-498B-812B-32C3BE66A848}" type="pres">
      <dgm:prSet presAssocID="{DCC1FC48-C20E-4B56-BEEF-BF64C1B8C8D7}" presName="vertThree" presStyleCnt="0"/>
      <dgm:spPr/>
    </dgm:pt>
    <dgm:pt modelId="{744D489C-E4E7-440E-964B-5814CC3F92FD}" type="pres">
      <dgm:prSet presAssocID="{DCC1FC48-C20E-4B56-BEEF-BF64C1B8C8D7}" presName="txThree" presStyleLbl="node3" presStyleIdx="0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B8DDE38-D97B-4439-8A9B-CB4799EFF40C}" type="pres">
      <dgm:prSet presAssocID="{DCC1FC48-C20E-4B56-BEEF-BF64C1B8C8D7}" presName="parTransThree" presStyleCnt="0"/>
      <dgm:spPr/>
    </dgm:pt>
    <dgm:pt modelId="{D68A4070-E2B9-4D2E-97BE-3B053DA468B9}" type="pres">
      <dgm:prSet presAssocID="{DCC1FC48-C20E-4B56-BEEF-BF64C1B8C8D7}" presName="horzThree" presStyleCnt="0"/>
      <dgm:spPr/>
    </dgm:pt>
    <dgm:pt modelId="{ADF1E6C5-ED6E-4820-9970-05383CA4971F}" type="pres">
      <dgm:prSet presAssocID="{05043868-7BA7-423B-9D72-35FC301424A9}" presName="vertFour" presStyleCnt="0">
        <dgm:presLayoutVars>
          <dgm:chPref val="3"/>
        </dgm:presLayoutVars>
      </dgm:prSet>
      <dgm:spPr/>
    </dgm:pt>
    <dgm:pt modelId="{DA7174E3-619F-4221-8776-1B37315657D6}" type="pres">
      <dgm:prSet presAssocID="{05043868-7BA7-423B-9D72-35FC301424A9}" presName="txFour" presStyleLbl="node4" presStyleIdx="0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647FD8D-56D8-4DC7-9715-D316D595FF4E}" type="pres">
      <dgm:prSet presAssocID="{05043868-7BA7-423B-9D72-35FC301424A9}" presName="horzFour" presStyleCnt="0"/>
      <dgm:spPr/>
    </dgm:pt>
    <dgm:pt modelId="{B50657EB-A15C-41EF-86FB-B5CBEB9421CC}" type="pres">
      <dgm:prSet presAssocID="{055802A5-BE6B-4001-996C-6DCE3C32304C}" presName="sibSpaceTwo" presStyleCnt="0"/>
      <dgm:spPr/>
    </dgm:pt>
    <dgm:pt modelId="{9FD245EF-54CB-459B-9DDC-0E7448E47120}" type="pres">
      <dgm:prSet presAssocID="{98B744BA-397B-4485-941C-67BE50EBA9E9}" presName="vertTwo" presStyleCnt="0"/>
      <dgm:spPr/>
    </dgm:pt>
    <dgm:pt modelId="{FEADADCF-ACC9-4C2B-A732-A94948BD84C6}" type="pres">
      <dgm:prSet presAssocID="{98B744BA-397B-4485-941C-67BE50EBA9E9}" presName="txTwo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581159C-6F79-46C2-B289-A3AE20594FEA}" type="pres">
      <dgm:prSet presAssocID="{98B744BA-397B-4485-941C-67BE50EBA9E9}" presName="parTransTwo" presStyleCnt="0"/>
      <dgm:spPr/>
    </dgm:pt>
    <dgm:pt modelId="{29D873EB-FAA0-4551-8F25-1484E4600225}" type="pres">
      <dgm:prSet presAssocID="{98B744BA-397B-4485-941C-67BE50EBA9E9}" presName="horzTwo" presStyleCnt="0"/>
      <dgm:spPr/>
    </dgm:pt>
    <dgm:pt modelId="{41A79664-6EBD-45A2-A406-64649544826F}" type="pres">
      <dgm:prSet presAssocID="{7FACA03E-73C7-4482-AB8A-C3B737FE0059}" presName="vertThree" presStyleCnt="0"/>
      <dgm:spPr/>
    </dgm:pt>
    <dgm:pt modelId="{4EAED6FD-FE5C-47F7-8C2E-545AA5F1EAE7}" type="pres">
      <dgm:prSet presAssocID="{7FACA03E-73C7-4482-AB8A-C3B737FE0059}" presName="txThree" presStyleLbl="node3" presStyleIdx="1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27044A4-44DB-43C1-971B-40884F006904}" type="pres">
      <dgm:prSet presAssocID="{7FACA03E-73C7-4482-AB8A-C3B737FE0059}" presName="parTransThree" presStyleCnt="0"/>
      <dgm:spPr/>
    </dgm:pt>
    <dgm:pt modelId="{D9FFA9FB-CFAC-41A0-8B9E-363256EB829E}" type="pres">
      <dgm:prSet presAssocID="{7FACA03E-73C7-4482-AB8A-C3B737FE0059}" presName="horzThree" presStyleCnt="0"/>
      <dgm:spPr/>
    </dgm:pt>
    <dgm:pt modelId="{D4154D97-22E4-4BBB-840F-874725B46D78}" type="pres">
      <dgm:prSet presAssocID="{00945500-B92F-42E3-BCD2-9B015D71DBFA}" presName="vertFour" presStyleCnt="0">
        <dgm:presLayoutVars>
          <dgm:chPref val="3"/>
        </dgm:presLayoutVars>
      </dgm:prSet>
      <dgm:spPr/>
    </dgm:pt>
    <dgm:pt modelId="{1EA8BD8B-BC64-4BEB-A75F-5E017F3F74A2}" type="pres">
      <dgm:prSet presAssocID="{00945500-B92F-42E3-BCD2-9B015D71DBFA}" presName="txFour" presStyleLbl="node4" presStyleIdx="1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7DC03FB-688E-4589-B675-FE4CB7AB6AAF}" type="pres">
      <dgm:prSet presAssocID="{00945500-B92F-42E3-BCD2-9B015D71DBFA}" presName="horzFour" presStyleCnt="0"/>
      <dgm:spPr/>
    </dgm:pt>
    <dgm:pt modelId="{DC797357-8BC9-41E3-A8ED-3D58150A02DA}" type="pres">
      <dgm:prSet presAssocID="{02A9CC77-8004-4982-879B-F71C917DCD3D}" presName="sibSpaceTwo" presStyleCnt="0"/>
      <dgm:spPr/>
    </dgm:pt>
    <dgm:pt modelId="{23FF2195-A7FC-4BA6-9363-FA86C19D791B}" type="pres">
      <dgm:prSet presAssocID="{7256E9FC-045C-4FFD-AAA1-AF98D7D2AEB2}" presName="vertTwo" presStyleCnt="0"/>
      <dgm:spPr/>
    </dgm:pt>
    <dgm:pt modelId="{0EFF5668-E2E5-4D7F-B363-2B7C6A97B8F4}" type="pres">
      <dgm:prSet presAssocID="{7256E9FC-045C-4FFD-AAA1-AF98D7D2AEB2}" presName="txTwo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A5D8766-4B57-4949-B120-524BED46B65A}" type="pres">
      <dgm:prSet presAssocID="{7256E9FC-045C-4FFD-AAA1-AF98D7D2AEB2}" presName="parTransTwo" presStyleCnt="0"/>
      <dgm:spPr/>
    </dgm:pt>
    <dgm:pt modelId="{8A187066-3B3A-420F-9FD5-D68AD8403544}" type="pres">
      <dgm:prSet presAssocID="{7256E9FC-045C-4FFD-AAA1-AF98D7D2AEB2}" presName="horzTwo" presStyleCnt="0"/>
      <dgm:spPr/>
    </dgm:pt>
    <dgm:pt modelId="{288A70B9-7235-4AAB-937F-E829EFB1CB21}" type="pres">
      <dgm:prSet presAssocID="{D996706D-2775-4936-8CDF-3545F733AA8A}" presName="vertThree" presStyleCnt="0"/>
      <dgm:spPr/>
    </dgm:pt>
    <dgm:pt modelId="{F66CDEAF-083F-42BE-9A64-92490895C3F5}" type="pres">
      <dgm:prSet presAssocID="{D996706D-2775-4936-8CDF-3545F733AA8A}" presName="txThree" presStyleLbl="node3" presStyleIdx="2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BE2734A-5F01-45F6-8B43-EC4D4E42B040}" type="pres">
      <dgm:prSet presAssocID="{D996706D-2775-4936-8CDF-3545F733AA8A}" presName="parTransThree" presStyleCnt="0"/>
      <dgm:spPr/>
    </dgm:pt>
    <dgm:pt modelId="{D039FD72-ED23-41A6-801D-F042733A7B66}" type="pres">
      <dgm:prSet presAssocID="{D996706D-2775-4936-8CDF-3545F733AA8A}" presName="horzThree" presStyleCnt="0"/>
      <dgm:spPr/>
    </dgm:pt>
    <dgm:pt modelId="{046416E5-39DB-410B-B5E8-3727764022D3}" type="pres">
      <dgm:prSet presAssocID="{3D6ECC87-7CD4-4E6C-BA6A-E844E4DB6D6F}" presName="vertFour" presStyleCnt="0">
        <dgm:presLayoutVars>
          <dgm:chPref val="3"/>
        </dgm:presLayoutVars>
      </dgm:prSet>
      <dgm:spPr/>
    </dgm:pt>
    <dgm:pt modelId="{A9BEC13B-FB95-4E80-A820-75D272EAE69F}" type="pres">
      <dgm:prSet presAssocID="{3D6ECC87-7CD4-4E6C-BA6A-E844E4DB6D6F}" presName="txFour" presStyleLbl="node4" presStyleIdx="2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3AE1082-819D-4180-92C6-098D82AB7F6D}" type="pres">
      <dgm:prSet presAssocID="{3D6ECC87-7CD4-4E6C-BA6A-E844E4DB6D6F}" presName="horzFour" presStyleCnt="0"/>
      <dgm:spPr/>
    </dgm:pt>
    <dgm:pt modelId="{0449013F-84CD-42DE-85EE-B338BFA20BAD}" type="pres">
      <dgm:prSet presAssocID="{80556ABA-A7BF-48DB-9241-212A8744A8E7}" presName="sibSpaceThree" presStyleCnt="0"/>
      <dgm:spPr/>
    </dgm:pt>
    <dgm:pt modelId="{EB98024D-1AEE-4B2A-9BCD-6DD19B8A3480}" type="pres">
      <dgm:prSet presAssocID="{ABFAAC75-DA99-41A4-9AED-13A535592EBB}" presName="vertThree" presStyleCnt="0"/>
      <dgm:spPr/>
    </dgm:pt>
    <dgm:pt modelId="{B8100F95-B057-4EA6-A50B-BC4EC9D8DA6C}" type="pres">
      <dgm:prSet presAssocID="{ABFAAC75-DA99-41A4-9AED-13A535592EBB}" presName="txThree" presStyleLbl="node3" presStyleIdx="3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44F139F-DC6C-4A58-9385-B0144BF1E34F}" type="pres">
      <dgm:prSet presAssocID="{ABFAAC75-DA99-41A4-9AED-13A535592EBB}" presName="parTransThree" presStyleCnt="0"/>
      <dgm:spPr/>
    </dgm:pt>
    <dgm:pt modelId="{7858B253-75F9-4ECB-BEBD-6C894FFECA50}" type="pres">
      <dgm:prSet presAssocID="{ABFAAC75-DA99-41A4-9AED-13A535592EBB}" presName="horzThree" presStyleCnt="0"/>
      <dgm:spPr/>
    </dgm:pt>
    <dgm:pt modelId="{0131E078-35C6-4886-8F60-E5294388FA3A}" type="pres">
      <dgm:prSet presAssocID="{9A9B3547-7A5F-4923-9E33-31E8BBB7089C}" presName="vertFour" presStyleCnt="0">
        <dgm:presLayoutVars>
          <dgm:chPref val="3"/>
        </dgm:presLayoutVars>
      </dgm:prSet>
      <dgm:spPr/>
    </dgm:pt>
    <dgm:pt modelId="{F83397BE-FDD8-4911-8A99-AF495BDA74D9}" type="pres">
      <dgm:prSet presAssocID="{9A9B3547-7A5F-4923-9E33-31E8BBB7089C}" presName="txFour" presStyleLbl="node4" presStyleIdx="3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D99EF81-8A66-4A74-B822-67773E6EADE8}" type="pres">
      <dgm:prSet presAssocID="{9A9B3547-7A5F-4923-9E33-31E8BBB7089C}" presName="horzFour" presStyleCnt="0"/>
      <dgm:spPr/>
    </dgm:pt>
    <dgm:pt modelId="{ACD77E63-12FD-4924-B681-0B7219AAC278}" type="pres">
      <dgm:prSet presAssocID="{72FA557D-8883-4242-9C8C-217FA6919502}" presName="sibSpaceOne" presStyleCnt="0"/>
      <dgm:spPr/>
    </dgm:pt>
    <dgm:pt modelId="{EE178916-F795-4961-9EB4-8EC393866EA1}" type="pres">
      <dgm:prSet presAssocID="{1BC34679-F0B6-46B9-B078-9A6003BF4A71}" presName="vertOne" presStyleCnt="0"/>
      <dgm:spPr/>
    </dgm:pt>
    <dgm:pt modelId="{C0BDF183-AC75-4AE0-B3D6-76F98294496A}" type="pres">
      <dgm:prSet presAssocID="{1BC34679-F0B6-46B9-B078-9A6003BF4A71}" presName="txOne" presStyleLbl="node0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23CFFC3-54D1-4556-AE0C-6550F7014B64}" type="pres">
      <dgm:prSet presAssocID="{1BC34679-F0B6-46B9-B078-9A6003BF4A71}" presName="parTransOne" presStyleCnt="0"/>
      <dgm:spPr/>
    </dgm:pt>
    <dgm:pt modelId="{6235EC36-FBCE-42BA-BB61-778524DDD930}" type="pres">
      <dgm:prSet presAssocID="{1BC34679-F0B6-46B9-B078-9A6003BF4A71}" presName="horzOne" presStyleCnt="0"/>
      <dgm:spPr/>
    </dgm:pt>
    <dgm:pt modelId="{E8FF9CFF-FD20-408A-8E59-82EA58A2110D}" type="pres">
      <dgm:prSet presAssocID="{CC454BF9-AA31-435E-91AD-41203B513C0C}" presName="vertTwo" presStyleCnt="0"/>
      <dgm:spPr/>
    </dgm:pt>
    <dgm:pt modelId="{CEA0BBD6-687D-4EC5-8BE4-D0F887ADDD37}" type="pres">
      <dgm:prSet presAssocID="{CC454BF9-AA31-435E-91AD-41203B513C0C}" presName="txTwo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2FFDC60-5F5C-4741-8767-463E96A40AA7}" type="pres">
      <dgm:prSet presAssocID="{CC454BF9-AA31-435E-91AD-41203B513C0C}" presName="parTransTwo" presStyleCnt="0"/>
      <dgm:spPr/>
    </dgm:pt>
    <dgm:pt modelId="{B5D175F6-B221-4F95-AEDD-DA9E11B98580}" type="pres">
      <dgm:prSet presAssocID="{CC454BF9-AA31-435E-91AD-41203B513C0C}" presName="horzTwo" presStyleCnt="0"/>
      <dgm:spPr/>
    </dgm:pt>
    <dgm:pt modelId="{EE3DAD21-2D12-4648-910E-0ABEE2FC35C9}" type="pres">
      <dgm:prSet presAssocID="{C14A26DF-2CAD-4678-9773-F6063C44414D}" presName="vertThree" presStyleCnt="0"/>
      <dgm:spPr/>
    </dgm:pt>
    <dgm:pt modelId="{8E1E5D58-CD44-47B2-B5A4-01EF38091FED}" type="pres">
      <dgm:prSet presAssocID="{C14A26DF-2CAD-4678-9773-F6063C44414D}" presName="txThree" presStyleLbl="node3" presStyleIdx="4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15B170F-B245-488F-9708-E3415865FC23}" type="pres">
      <dgm:prSet presAssocID="{C14A26DF-2CAD-4678-9773-F6063C44414D}" presName="parTransThree" presStyleCnt="0"/>
      <dgm:spPr/>
    </dgm:pt>
    <dgm:pt modelId="{DEE05349-FD5B-4FD1-877A-EE0FD8E92FA6}" type="pres">
      <dgm:prSet presAssocID="{C14A26DF-2CAD-4678-9773-F6063C44414D}" presName="horzThree" presStyleCnt="0"/>
      <dgm:spPr/>
    </dgm:pt>
    <dgm:pt modelId="{09EE8822-4676-4B90-80FC-C959BF5FB3B4}" type="pres">
      <dgm:prSet presAssocID="{40ACC490-6448-44AE-B051-0FC619B7F8FB}" presName="vertFour" presStyleCnt="0">
        <dgm:presLayoutVars>
          <dgm:chPref val="3"/>
        </dgm:presLayoutVars>
      </dgm:prSet>
      <dgm:spPr/>
    </dgm:pt>
    <dgm:pt modelId="{7AC244A9-755D-461B-807E-95AD5797A598}" type="pres">
      <dgm:prSet presAssocID="{40ACC490-6448-44AE-B051-0FC619B7F8FB}" presName="txFour" presStyleLbl="node4" presStyleIdx="4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799D9B8-599F-4959-B87C-F62BE9CE9065}" type="pres">
      <dgm:prSet presAssocID="{40ACC490-6448-44AE-B051-0FC619B7F8FB}" presName="horzFour" presStyleCnt="0"/>
      <dgm:spPr/>
    </dgm:pt>
    <dgm:pt modelId="{576BAB14-12BA-49F5-BE5E-B4FFC4DCC644}" type="pres">
      <dgm:prSet presAssocID="{8BBEF762-D77D-4E2B-8870-D1B3B70E045D}" presName="sibSpaceFour" presStyleCnt="0"/>
      <dgm:spPr/>
    </dgm:pt>
    <dgm:pt modelId="{CC91AF48-B457-4A75-90DE-CB9759640626}" type="pres">
      <dgm:prSet presAssocID="{FEF54032-5B43-4BF5-8954-52B63D18D054}" presName="vertFour" presStyleCnt="0">
        <dgm:presLayoutVars>
          <dgm:chPref val="3"/>
        </dgm:presLayoutVars>
      </dgm:prSet>
      <dgm:spPr/>
    </dgm:pt>
    <dgm:pt modelId="{74055821-335B-4A63-80B3-7504F34CF19B}" type="pres">
      <dgm:prSet presAssocID="{FEF54032-5B43-4BF5-8954-52B63D18D054}" presName="txFour" presStyleLbl="node4" presStyleIdx="5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4476E5A-75DB-49AE-9EC0-A9085FEA949F}" type="pres">
      <dgm:prSet presAssocID="{FEF54032-5B43-4BF5-8954-52B63D18D054}" presName="horzFour" presStyleCnt="0"/>
      <dgm:spPr/>
    </dgm:pt>
    <dgm:pt modelId="{0CF43C77-BD11-4619-AA22-9B7596AC5D72}" type="pres">
      <dgm:prSet presAssocID="{6369C0DF-FCA8-4D67-AF90-E54FEECDDEC3}" presName="sibSpaceThree" presStyleCnt="0"/>
      <dgm:spPr/>
    </dgm:pt>
    <dgm:pt modelId="{D8B1577F-6B1E-49D6-98AD-BFD57984B905}" type="pres">
      <dgm:prSet presAssocID="{0C6DD9B1-6264-437E-B877-2CB6E41CB1E6}" presName="vertThree" presStyleCnt="0"/>
      <dgm:spPr/>
    </dgm:pt>
    <dgm:pt modelId="{AD95E0DD-373C-4D3F-A99F-2280C364760E}" type="pres">
      <dgm:prSet presAssocID="{0C6DD9B1-6264-437E-B877-2CB6E41CB1E6}" presName="txThree" presStyleLbl="node3" presStyleIdx="5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6CE593D-0F6C-45F3-A8CE-3F371E5CD918}" type="pres">
      <dgm:prSet presAssocID="{0C6DD9B1-6264-437E-B877-2CB6E41CB1E6}" presName="parTransThree" presStyleCnt="0"/>
      <dgm:spPr/>
    </dgm:pt>
    <dgm:pt modelId="{1A927C61-DE8B-45C8-8367-C7BC09926A39}" type="pres">
      <dgm:prSet presAssocID="{0C6DD9B1-6264-437E-B877-2CB6E41CB1E6}" presName="horzThree" presStyleCnt="0"/>
      <dgm:spPr/>
    </dgm:pt>
    <dgm:pt modelId="{6EBD3D04-AA98-4E25-A8BB-7A853B54315C}" type="pres">
      <dgm:prSet presAssocID="{A1CB2D22-93B3-40CD-9432-0A59B9C025D5}" presName="vertFour" presStyleCnt="0">
        <dgm:presLayoutVars>
          <dgm:chPref val="3"/>
        </dgm:presLayoutVars>
      </dgm:prSet>
      <dgm:spPr/>
    </dgm:pt>
    <dgm:pt modelId="{6CECFB43-2333-45C4-B5C4-79C127865F1B}" type="pres">
      <dgm:prSet presAssocID="{A1CB2D22-93B3-40CD-9432-0A59B9C025D5}" presName="txFour" presStyleLbl="node4" presStyleIdx="6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47D4C44-9F15-4B5A-A2B6-14FCDAE840F5}" type="pres">
      <dgm:prSet presAssocID="{A1CB2D22-93B3-40CD-9432-0A59B9C025D5}" presName="horzFour" presStyleCnt="0"/>
      <dgm:spPr/>
    </dgm:pt>
    <dgm:pt modelId="{A8C46D31-22AE-4F76-8CA4-F49FEB0A0A11}" type="pres">
      <dgm:prSet presAssocID="{8535586D-4D3E-4F81-97E4-0ED2836707F9}" presName="sibSpaceFour" presStyleCnt="0"/>
      <dgm:spPr/>
    </dgm:pt>
    <dgm:pt modelId="{86C56E0C-9A9E-4556-9175-1987A9EC09D9}" type="pres">
      <dgm:prSet presAssocID="{751DC985-A097-4168-956A-CFD8C36B7D99}" presName="vertFour" presStyleCnt="0">
        <dgm:presLayoutVars>
          <dgm:chPref val="3"/>
        </dgm:presLayoutVars>
      </dgm:prSet>
      <dgm:spPr/>
    </dgm:pt>
    <dgm:pt modelId="{56F48805-4BA3-496F-834F-1491554332B3}" type="pres">
      <dgm:prSet presAssocID="{751DC985-A097-4168-956A-CFD8C36B7D99}" presName="txFour" presStyleLbl="node4" presStyleIdx="7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111F48E-BB1E-468E-B825-816F16203A2A}" type="pres">
      <dgm:prSet presAssocID="{751DC985-A097-4168-956A-CFD8C36B7D99}" presName="horzFour" presStyleCnt="0"/>
      <dgm:spPr/>
    </dgm:pt>
    <dgm:pt modelId="{46B566A5-E0A9-4A45-9181-91DC93F0629B}" type="pres">
      <dgm:prSet presAssocID="{56985452-F25E-4159-B0BA-D5C32AD8DD8A}" presName="sibSpaceFour" presStyleCnt="0"/>
      <dgm:spPr/>
    </dgm:pt>
    <dgm:pt modelId="{F4D60949-A5F5-48E9-A5CC-417C9ABD379C}" type="pres">
      <dgm:prSet presAssocID="{268C22EB-EC69-46B0-AB07-F7FA1462DD4E}" presName="vertFour" presStyleCnt="0">
        <dgm:presLayoutVars>
          <dgm:chPref val="3"/>
        </dgm:presLayoutVars>
      </dgm:prSet>
      <dgm:spPr/>
    </dgm:pt>
    <dgm:pt modelId="{D2167AC8-1189-4FE8-B35F-3FEDE28390A7}" type="pres">
      <dgm:prSet presAssocID="{268C22EB-EC69-46B0-AB07-F7FA1462DD4E}" presName="txFour" presStyleLbl="node4" presStyleIdx="8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8FBEA21-BBFC-45D5-A232-0F8850629BA6}" type="pres">
      <dgm:prSet presAssocID="{268C22EB-EC69-46B0-AB07-F7FA1462DD4E}" presName="horzFour" presStyleCnt="0"/>
      <dgm:spPr/>
    </dgm:pt>
    <dgm:pt modelId="{FDDC5585-5D63-4CD6-9A62-B0CA35CEBB7E}" type="pres">
      <dgm:prSet presAssocID="{BE2651ED-BBA9-4311-BB9F-B98B3BF9BC34}" presName="sibSpaceThree" presStyleCnt="0"/>
      <dgm:spPr/>
    </dgm:pt>
    <dgm:pt modelId="{9AAB0F2A-D7CF-4960-8B92-26D081AB740A}" type="pres">
      <dgm:prSet presAssocID="{E79CA7AD-09EB-4DD7-9343-05D3595E9A53}" presName="vertThree" presStyleCnt="0"/>
      <dgm:spPr/>
    </dgm:pt>
    <dgm:pt modelId="{9FEFC541-9DA9-46BB-8B8A-BE36162FDD38}" type="pres">
      <dgm:prSet presAssocID="{E79CA7AD-09EB-4DD7-9343-05D3595E9A53}" presName="txThree" presStyleLbl="node3" presStyleIdx="6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8937461-0797-4886-8C8A-B417481C13D4}" type="pres">
      <dgm:prSet presAssocID="{E79CA7AD-09EB-4DD7-9343-05D3595E9A53}" presName="parTransThree" presStyleCnt="0"/>
      <dgm:spPr/>
    </dgm:pt>
    <dgm:pt modelId="{767DE953-DB20-44E0-BACB-54F15398179D}" type="pres">
      <dgm:prSet presAssocID="{E79CA7AD-09EB-4DD7-9343-05D3595E9A53}" presName="horzThree" presStyleCnt="0"/>
      <dgm:spPr/>
    </dgm:pt>
    <dgm:pt modelId="{768D0F47-665A-468C-B53C-9035759959E6}" type="pres">
      <dgm:prSet presAssocID="{E55E52DE-B921-4315-8738-5EAAA9161B24}" presName="vertFour" presStyleCnt="0">
        <dgm:presLayoutVars>
          <dgm:chPref val="3"/>
        </dgm:presLayoutVars>
      </dgm:prSet>
      <dgm:spPr/>
    </dgm:pt>
    <dgm:pt modelId="{42F5B602-CEEE-4DD0-BC81-17B4B61B5D9B}" type="pres">
      <dgm:prSet presAssocID="{E55E52DE-B921-4315-8738-5EAAA9161B24}" presName="txFour" presStyleLbl="node4" presStyleIdx="9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8EBE618-2100-4E32-9D79-1B824EAC7CD7}" type="pres">
      <dgm:prSet presAssocID="{E55E52DE-B921-4315-8738-5EAAA9161B24}" presName="horzFour" presStyleCnt="0"/>
      <dgm:spPr/>
    </dgm:pt>
    <dgm:pt modelId="{C81B16CA-DA8E-42DD-8872-CE7546C8590B}" type="pres">
      <dgm:prSet presAssocID="{0A4B19E2-F5A9-41C7-B0B5-E42C635749B7}" presName="sibSpaceFour" presStyleCnt="0"/>
      <dgm:spPr/>
    </dgm:pt>
    <dgm:pt modelId="{4056AFEC-08AF-4A73-84C9-3A696D4142B3}" type="pres">
      <dgm:prSet presAssocID="{BB0FA8B7-6A8A-4C96-8620-DD6E8851AED8}" presName="vertFour" presStyleCnt="0">
        <dgm:presLayoutVars>
          <dgm:chPref val="3"/>
        </dgm:presLayoutVars>
      </dgm:prSet>
      <dgm:spPr/>
    </dgm:pt>
    <dgm:pt modelId="{3858EDA5-5CFC-4A26-8FFE-CB6CB9207063}" type="pres">
      <dgm:prSet presAssocID="{BB0FA8B7-6A8A-4C96-8620-DD6E8851AED8}" presName="txFour" presStyleLbl="node4" presStyleIdx="10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E373AB5-26E7-496F-B889-9782C20FDE44}" type="pres">
      <dgm:prSet presAssocID="{BB0FA8B7-6A8A-4C96-8620-DD6E8851AED8}" presName="horzFour" presStyleCnt="0"/>
      <dgm:spPr/>
    </dgm:pt>
    <dgm:pt modelId="{734DDA47-ED8D-4BF1-BBFF-E01233F0699D}" type="pres">
      <dgm:prSet presAssocID="{BF241228-B9CB-4991-AAF2-097BD89CD241}" presName="sibSpaceThree" presStyleCnt="0"/>
      <dgm:spPr/>
    </dgm:pt>
    <dgm:pt modelId="{6EF8A418-AC5B-4CCC-BECE-F929A8642907}" type="pres">
      <dgm:prSet presAssocID="{D453B8DA-EBC4-435B-B756-91B709423E5B}" presName="vertThree" presStyleCnt="0"/>
      <dgm:spPr/>
    </dgm:pt>
    <dgm:pt modelId="{7D6C3B5F-7637-4DBF-83DB-8E74110312C0}" type="pres">
      <dgm:prSet presAssocID="{D453B8DA-EBC4-435B-B756-91B709423E5B}" presName="txThree" presStyleLbl="node3" presStyleIdx="7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5D23873-02A8-4991-8B57-072B017FC79D}" type="pres">
      <dgm:prSet presAssocID="{D453B8DA-EBC4-435B-B756-91B709423E5B}" presName="parTransThree" presStyleCnt="0"/>
      <dgm:spPr/>
    </dgm:pt>
    <dgm:pt modelId="{964C6DDB-0E8B-4D59-9AF7-4115B20BAF0D}" type="pres">
      <dgm:prSet presAssocID="{D453B8DA-EBC4-435B-B756-91B709423E5B}" presName="horzThree" presStyleCnt="0"/>
      <dgm:spPr/>
    </dgm:pt>
    <dgm:pt modelId="{7EFF053B-1F77-4453-A816-3007749FB38D}" type="pres">
      <dgm:prSet presAssocID="{F7D6A6C1-F271-4400-9010-AEA51A5C6AE5}" presName="vertFour" presStyleCnt="0">
        <dgm:presLayoutVars>
          <dgm:chPref val="3"/>
        </dgm:presLayoutVars>
      </dgm:prSet>
      <dgm:spPr/>
    </dgm:pt>
    <dgm:pt modelId="{CA481B09-F5DF-450F-8DC6-EA944E6432BE}" type="pres">
      <dgm:prSet presAssocID="{F7D6A6C1-F271-4400-9010-AEA51A5C6AE5}" presName="txFour" presStyleLbl="node4" presStyleIdx="11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CADDC8E-0549-49B9-A9F7-DB4A7DE3FC61}" type="pres">
      <dgm:prSet presAssocID="{F7D6A6C1-F271-4400-9010-AEA51A5C6AE5}" presName="horzFour" presStyleCnt="0"/>
      <dgm:spPr/>
    </dgm:pt>
    <dgm:pt modelId="{552DD8BC-E56C-47F2-BAC0-3ABD33F75D23}" type="pres">
      <dgm:prSet presAssocID="{C21065B8-DC5C-465B-BB3E-6DFF709FBCF0}" presName="sibSpaceFour" presStyleCnt="0"/>
      <dgm:spPr/>
    </dgm:pt>
    <dgm:pt modelId="{97BB2D28-3CF0-4EDE-BCFF-14DCAC75E9B0}" type="pres">
      <dgm:prSet presAssocID="{B5F6594D-987E-46BA-B14D-D15719CADD1F}" presName="vertFour" presStyleCnt="0">
        <dgm:presLayoutVars>
          <dgm:chPref val="3"/>
        </dgm:presLayoutVars>
      </dgm:prSet>
      <dgm:spPr/>
    </dgm:pt>
    <dgm:pt modelId="{47F57E6B-0A12-4A6A-BC5D-EDFE79F4894A}" type="pres">
      <dgm:prSet presAssocID="{B5F6594D-987E-46BA-B14D-D15719CADD1F}" presName="txFour" presStyleLbl="node4" presStyleIdx="12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A937350-4EB8-4038-A3A9-273AF20DBCF7}" type="pres">
      <dgm:prSet presAssocID="{B5F6594D-987E-46BA-B14D-D15719CADD1F}" presName="horzFour" presStyleCnt="0"/>
      <dgm:spPr/>
    </dgm:pt>
    <dgm:pt modelId="{E3E71D29-86B5-4DC7-902C-EFC4B07F6013}" type="pres">
      <dgm:prSet presAssocID="{F3893FDA-8A53-4EDF-8D04-265B9286A16C}" presName="sibSpaceTwo" presStyleCnt="0"/>
      <dgm:spPr/>
    </dgm:pt>
    <dgm:pt modelId="{F3F453CB-794C-4028-968F-C1FB879D59EF}" type="pres">
      <dgm:prSet presAssocID="{84689845-BC23-4359-884A-A4783D8C24FB}" presName="vertTwo" presStyleCnt="0"/>
      <dgm:spPr/>
    </dgm:pt>
    <dgm:pt modelId="{B5C13ECC-8295-40AA-9B91-F4479E4CFE20}" type="pres">
      <dgm:prSet presAssocID="{84689845-BC23-4359-884A-A4783D8C24FB}" presName="txTwo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A928CBB-0CB7-4B3E-881A-E441D78CBCD6}" type="pres">
      <dgm:prSet presAssocID="{84689845-BC23-4359-884A-A4783D8C24FB}" presName="parTransTwo" presStyleCnt="0"/>
      <dgm:spPr/>
    </dgm:pt>
    <dgm:pt modelId="{67E51D1C-05BF-48FF-BAA5-681A76909B99}" type="pres">
      <dgm:prSet presAssocID="{84689845-BC23-4359-884A-A4783D8C24FB}" presName="horzTwo" presStyleCnt="0"/>
      <dgm:spPr/>
    </dgm:pt>
    <dgm:pt modelId="{F01FA684-BE55-4606-8AE9-10C63AE2EC06}" type="pres">
      <dgm:prSet presAssocID="{CD4E9E1D-9A29-4E28-9CD6-2579AC04F4F5}" presName="vertThree" presStyleCnt="0"/>
      <dgm:spPr/>
    </dgm:pt>
    <dgm:pt modelId="{F5F8A592-2756-4A9D-BDBB-924603DCA8FE}" type="pres">
      <dgm:prSet presAssocID="{CD4E9E1D-9A29-4E28-9CD6-2579AC04F4F5}" presName="txThree" presStyleLbl="node3" presStyleIdx="8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595F978-573C-4974-96B5-BF37DC247ED2}" type="pres">
      <dgm:prSet presAssocID="{CD4E9E1D-9A29-4E28-9CD6-2579AC04F4F5}" presName="parTransThree" presStyleCnt="0"/>
      <dgm:spPr/>
    </dgm:pt>
    <dgm:pt modelId="{4658A97E-8402-4E5A-B1E2-323A1E02E3FC}" type="pres">
      <dgm:prSet presAssocID="{CD4E9E1D-9A29-4E28-9CD6-2579AC04F4F5}" presName="horzThree" presStyleCnt="0"/>
      <dgm:spPr/>
    </dgm:pt>
    <dgm:pt modelId="{1E727900-FF09-456F-A719-8C6B6620FC69}" type="pres">
      <dgm:prSet presAssocID="{61D62953-4A1A-471E-BA3E-8080262D41F7}" presName="vertFour" presStyleCnt="0">
        <dgm:presLayoutVars>
          <dgm:chPref val="3"/>
        </dgm:presLayoutVars>
      </dgm:prSet>
      <dgm:spPr/>
    </dgm:pt>
    <dgm:pt modelId="{C92BC9FF-30B8-47B6-A670-47F7CED30E7C}" type="pres">
      <dgm:prSet presAssocID="{61D62953-4A1A-471E-BA3E-8080262D41F7}" presName="txFour" presStyleLbl="node4" presStyleIdx="13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1B5E6BB-7927-4B11-93EB-D466B3F78463}" type="pres">
      <dgm:prSet presAssocID="{61D62953-4A1A-471E-BA3E-8080262D41F7}" presName="horzFour" presStyleCnt="0"/>
      <dgm:spPr/>
    </dgm:pt>
    <dgm:pt modelId="{AAB7ACB7-19DA-4120-B071-19A0E6F8E13C}" type="pres">
      <dgm:prSet presAssocID="{645F79E6-C99D-4FFC-811C-994F1A2EB2C6}" presName="sibSpaceFour" presStyleCnt="0"/>
      <dgm:spPr/>
    </dgm:pt>
    <dgm:pt modelId="{E128C312-7E4D-447A-90C3-F19432E10EF7}" type="pres">
      <dgm:prSet presAssocID="{2E4B7F22-E4C7-4DD9-A508-38C9B168C6C5}" presName="vertFour" presStyleCnt="0">
        <dgm:presLayoutVars>
          <dgm:chPref val="3"/>
        </dgm:presLayoutVars>
      </dgm:prSet>
      <dgm:spPr/>
    </dgm:pt>
    <dgm:pt modelId="{BB0B5FA3-9149-42FD-9694-21B9EF31359C}" type="pres">
      <dgm:prSet presAssocID="{2E4B7F22-E4C7-4DD9-A508-38C9B168C6C5}" presName="txFour" presStyleLbl="node4" presStyleIdx="14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3AD5469-BC9F-4599-AB5C-72A3FD892CB0}" type="pres">
      <dgm:prSet presAssocID="{2E4B7F22-E4C7-4DD9-A508-38C9B168C6C5}" presName="horzFour" presStyleCnt="0"/>
      <dgm:spPr/>
    </dgm:pt>
    <dgm:pt modelId="{75585E21-0FFD-4298-B267-CCCB5E6D50EA}" type="pres">
      <dgm:prSet presAssocID="{EBA019B8-EDA9-43E6-85C7-B40E15129D2C}" presName="sibSpaceThree" presStyleCnt="0"/>
      <dgm:spPr/>
    </dgm:pt>
    <dgm:pt modelId="{E6169F03-E1B5-438B-BD30-5A2D315BF326}" type="pres">
      <dgm:prSet presAssocID="{A546EC86-21C6-4311-B81A-22F6563E38B5}" presName="vertThree" presStyleCnt="0"/>
      <dgm:spPr/>
    </dgm:pt>
    <dgm:pt modelId="{A4318EDB-75C0-4AA7-BC6F-DC68AC1899EF}" type="pres">
      <dgm:prSet presAssocID="{A546EC86-21C6-4311-B81A-22F6563E38B5}" presName="txThree" presStyleLbl="node3" presStyleIdx="9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8F79DE3-8CB4-4172-8EA8-998182E956EF}" type="pres">
      <dgm:prSet presAssocID="{A546EC86-21C6-4311-B81A-22F6563E38B5}" presName="parTransThree" presStyleCnt="0"/>
      <dgm:spPr/>
    </dgm:pt>
    <dgm:pt modelId="{41E6E9F0-FE91-4A32-81E3-ABF7559D7C5B}" type="pres">
      <dgm:prSet presAssocID="{A546EC86-21C6-4311-B81A-22F6563E38B5}" presName="horzThree" presStyleCnt="0"/>
      <dgm:spPr/>
    </dgm:pt>
    <dgm:pt modelId="{BA4A22DC-C6F8-45FD-BD57-B2B950AE6C4C}" type="pres">
      <dgm:prSet presAssocID="{91E35065-7BE7-4EB6-9251-6471C6C15305}" presName="vertFour" presStyleCnt="0">
        <dgm:presLayoutVars>
          <dgm:chPref val="3"/>
        </dgm:presLayoutVars>
      </dgm:prSet>
      <dgm:spPr/>
    </dgm:pt>
    <dgm:pt modelId="{B7856494-62FF-4BCB-9F73-2A81668B1B2F}" type="pres">
      <dgm:prSet presAssocID="{91E35065-7BE7-4EB6-9251-6471C6C15305}" presName="txFour" presStyleLbl="node4" presStyleIdx="15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F627D7B-21E4-48F6-9B02-78756484B647}" type="pres">
      <dgm:prSet presAssocID="{91E35065-7BE7-4EB6-9251-6471C6C15305}" presName="horzFour" presStyleCnt="0"/>
      <dgm:spPr/>
    </dgm:pt>
    <dgm:pt modelId="{38D4950F-272B-467D-AF3A-9D5CDC8CF9BD}" type="pres">
      <dgm:prSet presAssocID="{6B976056-11AC-4C27-99F7-E93CBB809789}" presName="sibSpaceFour" presStyleCnt="0"/>
      <dgm:spPr/>
    </dgm:pt>
    <dgm:pt modelId="{6C8AB63E-38DF-418D-868F-DA35AAF810DE}" type="pres">
      <dgm:prSet presAssocID="{9DE64566-F5D3-40A9-9641-3D254C13F69D}" presName="vertFour" presStyleCnt="0">
        <dgm:presLayoutVars>
          <dgm:chPref val="3"/>
        </dgm:presLayoutVars>
      </dgm:prSet>
      <dgm:spPr/>
    </dgm:pt>
    <dgm:pt modelId="{E0F3583D-6BAF-476D-A73A-ED7B18D73F54}" type="pres">
      <dgm:prSet presAssocID="{9DE64566-F5D3-40A9-9641-3D254C13F69D}" presName="txFour" presStyleLbl="node4" presStyleIdx="16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1B6E943-6D50-4ADA-932D-B4BBC314A890}" type="pres">
      <dgm:prSet presAssocID="{9DE64566-F5D3-40A9-9641-3D254C13F69D}" presName="horzFour" presStyleCnt="0"/>
      <dgm:spPr/>
    </dgm:pt>
    <dgm:pt modelId="{2FA9DFF8-4068-4A85-9E59-91081FCFD169}" type="pres">
      <dgm:prSet presAssocID="{8AC8A0B4-BECA-4842-B72F-422C216A4528}" presName="sibSpaceFour" presStyleCnt="0"/>
      <dgm:spPr/>
    </dgm:pt>
    <dgm:pt modelId="{BD25C51E-EBC1-4292-A903-6CFE35D21930}" type="pres">
      <dgm:prSet presAssocID="{1958162D-DC1B-403B-8E01-EF5A262998F2}" presName="vertFour" presStyleCnt="0">
        <dgm:presLayoutVars>
          <dgm:chPref val="3"/>
        </dgm:presLayoutVars>
      </dgm:prSet>
      <dgm:spPr/>
    </dgm:pt>
    <dgm:pt modelId="{3DA3D45D-A4A6-457E-8FC1-F1B3FB1817B6}" type="pres">
      <dgm:prSet presAssocID="{1958162D-DC1B-403B-8E01-EF5A262998F2}" presName="txFour" presStyleLbl="node4" presStyleIdx="17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5CC59B7-9388-4D09-8B68-471A9BE05377}" type="pres">
      <dgm:prSet presAssocID="{1958162D-DC1B-403B-8E01-EF5A262998F2}" presName="horzFour" presStyleCnt="0"/>
      <dgm:spPr/>
    </dgm:pt>
    <dgm:pt modelId="{DABE7438-2FC6-4B7A-AEC6-432EDE6960CF}" type="pres">
      <dgm:prSet presAssocID="{9F52BBC5-9EB6-4B13-AEBA-EDCE434F47DE}" presName="sibSpaceThree" presStyleCnt="0"/>
      <dgm:spPr/>
    </dgm:pt>
    <dgm:pt modelId="{B15AE38C-C487-44AA-A45E-DEC9AFD17036}" type="pres">
      <dgm:prSet presAssocID="{C470E04F-7B4C-471B-A81B-AFB9678E7C5B}" presName="vertThree" presStyleCnt="0"/>
      <dgm:spPr/>
    </dgm:pt>
    <dgm:pt modelId="{DA687144-C051-4472-9C1E-CBF318A3F699}" type="pres">
      <dgm:prSet presAssocID="{C470E04F-7B4C-471B-A81B-AFB9678E7C5B}" presName="txThree" presStyleLbl="node3" presStyleIdx="10" presStyleCnt="1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6484663-30B6-4EFB-8D12-614CE97D537A}" type="pres">
      <dgm:prSet presAssocID="{C470E04F-7B4C-471B-A81B-AFB9678E7C5B}" presName="parTransThree" presStyleCnt="0"/>
      <dgm:spPr/>
    </dgm:pt>
    <dgm:pt modelId="{2FE1A3C6-DA9C-4775-AA9E-FA3978B1423B}" type="pres">
      <dgm:prSet presAssocID="{C470E04F-7B4C-471B-A81B-AFB9678E7C5B}" presName="horzThree" presStyleCnt="0"/>
      <dgm:spPr/>
    </dgm:pt>
    <dgm:pt modelId="{F6000577-D883-46A7-B887-FBCF6D979743}" type="pres">
      <dgm:prSet presAssocID="{5C82E2B7-E4E9-44C3-B28C-CB05C07AACBF}" presName="vertFour" presStyleCnt="0">
        <dgm:presLayoutVars>
          <dgm:chPref val="3"/>
        </dgm:presLayoutVars>
      </dgm:prSet>
      <dgm:spPr/>
    </dgm:pt>
    <dgm:pt modelId="{B169B4A0-8979-4936-A56F-6FBEEC774E22}" type="pres">
      <dgm:prSet presAssocID="{5C82E2B7-E4E9-44C3-B28C-CB05C07AACBF}" presName="txFour" presStyleLbl="node4" presStyleIdx="18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F177EC8-A0CD-4AF0-B4BF-419E2E168790}" type="pres">
      <dgm:prSet presAssocID="{5C82E2B7-E4E9-44C3-B28C-CB05C07AACBF}" presName="horzFour" presStyleCnt="0"/>
      <dgm:spPr/>
    </dgm:pt>
    <dgm:pt modelId="{0E98CF1F-CE27-4D25-BA46-3B18E0F1100B}" type="pres">
      <dgm:prSet presAssocID="{CB15D299-CF3B-4681-AD93-B4F0558E6447}" presName="sibSpaceFour" presStyleCnt="0"/>
      <dgm:spPr/>
    </dgm:pt>
    <dgm:pt modelId="{0DC49443-F150-4BFC-A976-A34BF112B8FE}" type="pres">
      <dgm:prSet presAssocID="{EF994CCF-981C-4B58-B30D-C742A371DC37}" presName="vertFour" presStyleCnt="0">
        <dgm:presLayoutVars>
          <dgm:chPref val="3"/>
        </dgm:presLayoutVars>
      </dgm:prSet>
      <dgm:spPr/>
    </dgm:pt>
    <dgm:pt modelId="{6525000C-FD69-44F5-9CA5-83CDF276A2B6}" type="pres">
      <dgm:prSet presAssocID="{EF994CCF-981C-4B58-B30D-C742A371DC37}" presName="txFour" presStyleLbl="node4" presStyleIdx="19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D6974ED-BAD8-412F-9091-081A3FAD3A76}" type="pres">
      <dgm:prSet presAssocID="{EF994CCF-981C-4B58-B30D-C742A371DC37}" presName="horzFour" presStyleCnt="0"/>
      <dgm:spPr/>
    </dgm:pt>
    <dgm:pt modelId="{468E3850-AB46-457C-81EB-BFBDEE048C07}" type="pres">
      <dgm:prSet presAssocID="{DA0B3203-6CB6-411F-9C79-8A3B0213901C}" presName="sibSpaceFour" presStyleCnt="0"/>
      <dgm:spPr/>
    </dgm:pt>
    <dgm:pt modelId="{D46A66A3-C090-49C7-83BB-A4DADE23F7A6}" type="pres">
      <dgm:prSet presAssocID="{B101BF9A-D7CF-4C80-A77A-1DB7126E22CB}" presName="vertFour" presStyleCnt="0">
        <dgm:presLayoutVars>
          <dgm:chPref val="3"/>
        </dgm:presLayoutVars>
      </dgm:prSet>
      <dgm:spPr/>
    </dgm:pt>
    <dgm:pt modelId="{055D9851-FCC4-4DB4-80AC-7D4A580F23DE}" type="pres">
      <dgm:prSet presAssocID="{B101BF9A-D7CF-4C80-A77A-1DB7126E22CB}" presName="txFour" presStyleLbl="node4" presStyleIdx="20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BB97A5F-B78D-41B0-AD7B-83423D417EE4}" type="pres">
      <dgm:prSet presAssocID="{B101BF9A-D7CF-4C80-A77A-1DB7126E22CB}" presName="horzFour" presStyleCnt="0"/>
      <dgm:spPr/>
    </dgm:pt>
    <dgm:pt modelId="{5BD0EAD9-48E4-4D95-9151-957DA0B2671E}" type="pres">
      <dgm:prSet presAssocID="{424E9F13-D9D0-497D-BA9F-B8057E3163F6}" presName="sibSpaceFour" presStyleCnt="0"/>
      <dgm:spPr/>
    </dgm:pt>
    <dgm:pt modelId="{96847E98-5978-4154-BEF7-E98CAF401DB0}" type="pres">
      <dgm:prSet presAssocID="{56EAF470-6E25-4C58-9D95-9B89229E9E8D}" presName="vertFour" presStyleCnt="0">
        <dgm:presLayoutVars>
          <dgm:chPref val="3"/>
        </dgm:presLayoutVars>
      </dgm:prSet>
      <dgm:spPr/>
    </dgm:pt>
    <dgm:pt modelId="{CDFFB4E1-1FB5-49C4-9B25-39FF1BF2A54E}" type="pres">
      <dgm:prSet presAssocID="{56EAF470-6E25-4C58-9D95-9B89229E9E8D}" presName="txFour" presStyleLbl="node4" presStyleIdx="21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251F12C-4F56-4D79-9BDF-285C28643B73}" type="pres">
      <dgm:prSet presAssocID="{56EAF470-6E25-4C58-9D95-9B89229E9E8D}" presName="horzFour" presStyleCnt="0"/>
      <dgm:spPr/>
    </dgm:pt>
    <dgm:pt modelId="{C54B89F6-6BC8-4174-8FD5-D61A4EE74F29}" type="pres">
      <dgm:prSet presAssocID="{85C5915D-EDD2-4455-91DE-51801401AB37}" presName="sibSpaceFour" presStyleCnt="0"/>
      <dgm:spPr/>
    </dgm:pt>
    <dgm:pt modelId="{20F39526-3B29-4495-9E11-923AB1BA9A05}" type="pres">
      <dgm:prSet presAssocID="{A23090F2-6F07-4C3F-ABDA-D3421D1CA112}" presName="vertFour" presStyleCnt="0">
        <dgm:presLayoutVars>
          <dgm:chPref val="3"/>
        </dgm:presLayoutVars>
      </dgm:prSet>
      <dgm:spPr/>
    </dgm:pt>
    <dgm:pt modelId="{922D626B-83AA-4BDE-8F5E-FD633CAC21E8}" type="pres">
      <dgm:prSet presAssocID="{A23090F2-6F07-4C3F-ABDA-D3421D1CA112}" presName="txFour" presStyleLbl="node4" presStyleIdx="22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30868E6-FCA5-418D-9C9F-1F645C349FBA}" type="pres">
      <dgm:prSet presAssocID="{A23090F2-6F07-4C3F-ABDA-D3421D1CA112}" presName="horzFour" presStyleCnt="0"/>
      <dgm:spPr/>
    </dgm:pt>
    <dgm:pt modelId="{9E3D513F-29B2-4D17-8BE7-F9F22A8DAD2A}" type="pres">
      <dgm:prSet presAssocID="{88F4AF83-F664-41C1-9552-6772697403BE}" presName="sibSpaceFour" presStyleCnt="0"/>
      <dgm:spPr/>
    </dgm:pt>
    <dgm:pt modelId="{13D4DD87-D256-4817-9F2A-DAA3A79504BD}" type="pres">
      <dgm:prSet presAssocID="{E22118B6-5913-4CC1-90C3-211FBFFCD53A}" presName="vertFour" presStyleCnt="0">
        <dgm:presLayoutVars>
          <dgm:chPref val="3"/>
        </dgm:presLayoutVars>
      </dgm:prSet>
      <dgm:spPr/>
    </dgm:pt>
    <dgm:pt modelId="{CA11F96D-AF25-4BDD-A5B5-DFAE369719F6}" type="pres">
      <dgm:prSet presAssocID="{E22118B6-5913-4CC1-90C3-211FBFFCD53A}" presName="txFour" presStyleLbl="node4" presStyleIdx="23" presStyleCnt="2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9E3AB9A-9503-4C7C-97BE-FEE2768F7B87}" type="pres">
      <dgm:prSet presAssocID="{E22118B6-5913-4CC1-90C3-211FBFFCD53A}" presName="horzFour" presStyleCnt="0"/>
      <dgm:spPr/>
    </dgm:pt>
  </dgm:ptLst>
  <dgm:cxnLst>
    <dgm:cxn modelId="{8F415D65-B253-424C-9C95-F01BDA15F280}" srcId="{E79CA7AD-09EB-4DD7-9343-05D3595E9A53}" destId="{BB0FA8B7-6A8A-4C96-8620-DD6E8851AED8}" srcOrd="1" destOrd="0" parTransId="{41ED3A30-1E0F-41BA-861E-5D4C14F9B8A3}" sibTransId="{5EFFE6AA-70E4-4A7F-9DE0-87D6D3C9532D}"/>
    <dgm:cxn modelId="{B5FE9375-21F0-48D2-ADD4-9AB10BB001AB}" srcId="{6106BC95-8D91-49A3-91AC-AB1DBE239137}" destId="{DCC1FC48-C20E-4B56-BEEF-BF64C1B8C8D7}" srcOrd="0" destOrd="0" parTransId="{3F659243-1D06-47DE-A110-140839896EC2}" sibTransId="{436A16E5-A1F7-417F-86DF-95881F054403}"/>
    <dgm:cxn modelId="{7AA41987-D46F-4B3D-BD4C-6C8909EE1A76}" type="presOf" srcId="{D996706D-2775-4936-8CDF-3545F733AA8A}" destId="{F66CDEAF-083F-42BE-9A64-92490895C3F5}" srcOrd="0" destOrd="0" presId="urn:microsoft.com/office/officeart/2005/8/layout/hierarchy4"/>
    <dgm:cxn modelId="{4EE61117-1FCF-498B-AF0E-FB79DE331DA6}" type="presOf" srcId="{5C82E2B7-E4E9-44C3-B28C-CB05C07AACBF}" destId="{B169B4A0-8979-4936-A56F-6FBEEC774E22}" srcOrd="0" destOrd="0" presId="urn:microsoft.com/office/officeart/2005/8/layout/hierarchy4"/>
    <dgm:cxn modelId="{78F0363B-052D-4449-A39A-4F1066B8DB8B}" srcId="{C470E04F-7B4C-471B-A81B-AFB9678E7C5B}" destId="{A23090F2-6F07-4C3F-ABDA-D3421D1CA112}" srcOrd="4" destOrd="0" parTransId="{9DA839F4-F8DC-4DDC-BD5B-1F94BC400761}" sibTransId="{88F4AF83-F664-41C1-9552-6772697403BE}"/>
    <dgm:cxn modelId="{44BA2C98-4016-4893-90AC-AC83039D3DD3}" srcId="{1BC34679-F0B6-46B9-B078-9A6003BF4A71}" destId="{84689845-BC23-4359-884A-A4783D8C24FB}" srcOrd="1" destOrd="0" parTransId="{DB4CC3AA-8C3C-48A4-B871-0E11C2BBDFA2}" sibTransId="{B7242665-DC86-49C9-A7BB-038A7B16CEB6}"/>
    <dgm:cxn modelId="{6E2C47E9-F556-4E28-BF3B-2094B00CAFD8}" srcId="{0C6DD9B1-6264-437E-B877-2CB6E41CB1E6}" destId="{751DC985-A097-4168-956A-CFD8C36B7D99}" srcOrd="1" destOrd="0" parTransId="{83A0D96D-1D3B-455D-A99B-050E4C51AAEA}" sibTransId="{56985452-F25E-4159-B0BA-D5C32AD8DD8A}"/>
    <dgm:cxn modelId="{EE0DDB4C-8B92-4142-A3FB-3A5A263CA9B7}" srcId="{10C89AE7-63A8-4402-A8A1-91599BCDFC4B}" destId="{1BC34679-F0B6-46B9-B078-9A6003BF4A71}" srcOrd="1" destOrd="0" parTransId="{880F05BD-A3D8-406D-B8A3-E2083F023279}" sibTransId="{FE39FCA3-0EF1-4C6A-89B5-FB91FF9A77D9}"/>
    <dgm:cxn modelId="{067C2DA3-1D24-44C9-800F-F97504273C1C}" srcId="{CD4E9E1D-9A29-4E28-9CD6-2579AC04F4F5}" destId="{2E4B7F22-E4C7-4DD9-A508-38C9B168C6C5}" srcOrd="1" destOrd="0" parTransId="{AA90480A-6E64-439E-B91A-3C98B88ECD09}" sibTransId="{8BF71673-4609-4C7E-A4CA-465803A722DB}"/>
    <dgm:cxn modelId="{B577ADAF-B1DF-49FF-AB98-16081C765E21}" type="presOf" srcId="{91E35065-7BE7-4EB6-9251-6471C6C15305}" destId="{B7856494-62FF-4BCB-9F73-2A81668B1B2F}" srcOrd="0" destOrd="0" presId="urn:microsoft.com/office/officeart/2005/8/layout/hierarchy4"/>
    <dgm:cxn modelId="{E2B18B99-87D7-4D13-9B7E-6035DAA1D5D7}" type="presOf" srcId="{D453B8DA-EBC4-435B-B756-91B709423E5B}" destId="{7D6C3B5F-7637-4DBF-83DB-8E74110312C0}" srcOrd="0" destOrd="0" presId="urn:microsoft.com/office/officeart/2005/8/layout/hierarchy4"/>
    <dgm:cxn modelId="{2533CFD3-5A60-40D1-94EF-4237E9DE8A58}" type="presOf" srcId="{61D62953-4A1A-471E-BA3E-8080262D41F7}" destId="{C92BC9FF-30B8-47B6-A670-47F7CED30E7C}" srcOrd="0" destOrd="0" presId="urn:microsoft.com/office/officeart/2005/8/layout/hierarchy4"/>
    <dgm:cxn modelId="{C3E1E045-FCB2-47F7-A191-78A2F84072A1}" type="presOf" srcId="{FEF54032-5B43-4BF5-8954-52B63D18D054}" destId="{74055821-335B-4A63-80B3-7504F34CF19B}" srcOrd="0" destOrd="0" presId="urn:microsoft.com/office/officeart/2005/8/layout/hierarchy4"/>
    <dgm:cxn modelId="{0DCB0419-AE74-4537-8B38-3726885D7BA4}" type="presOf" srcId="{1BC34679-F0B6-46B9-B078-9A6003BF4A71}" destId="{C0BDF183-AC75-4AE0-B3D6-76F98294496A}" srcOrd="0" destOrd="0" presId="urn:microsoft.com/office/officeart/2005/8/layout/hierarchy4"/>
    <dgm:cxn modelId="{715F0C44-FAA0-48DB-844B-BF4CB05BBB42}" srcId="{ABFAAC75-DA99-41A4-9AED-13A535592EBB}" destId="{9A9B3547-7A5F-4923-9E33-31E8BBB7089C}" srcOrd="0" destOrd="0" parTransId="{C3CD779B-678E-4732-9872-9CEF9A79A03F}" sibTransId="{DB253298-876C-4CB8-B0FE-26DA7BC54506}"/>
    <dgm:cxn modelId="{D67C5475-EFFC-4FF1-B8C7-A48AC6748E40}" type="presOf" srcId="{A23090F2-6F07-4C3F-ABDA-D3421D1CA112}" destId="{922D626B-83AA-4BDE-8F5E-FD633CAC21E8}" srcOrd="0" destOrd="0" presId="urn:microsoft.com/office/officeart/2005/8/layout/hierarchy4"/>
    <dgm:cxn modelId="{152A21CF-4199-4E8A-8701-9EEFCFE7006D}" type="presOf" srcId="{A1CB2D22-93B3-40CD-9432-0A59B9C025D5}" destId="{6CECFB43-2333-45C4-B5C4-79C127865F1B}" srcOrd="0" destOrd="0" presId="urn:microsoft.com/office/officeart/2005/8/layout/hierarchy4"/>
    <dgm:cxn modelId="{B9AFBC0D-9795-4D34-8197-1E8DCDE9D8E0}" srcId="{EDDAEA31-AF66-4A7B-8505-078C5D97F30B}" destId="{7256E9FC-045C-4FFD-AAA1-AF98D7D2AEB2}" srcOrd="2" destOrd="0" parTransId="{EDDF3C7B-5B48-4A15-85A6-48EB7C501211}" sibTransId="{E9F434D4-95C9-4EE1-92CB-D32E1A5141E1}"/>
    <dgm:cxn modelId="{D6D9715F-1831-4208-9E8D-3F53DC09237F}" srcId="{C470E04F-7B4C-471B-A81B-AFB9678E7C5B}" destId="{5C82E2B7-E4E9-44C3-B28C-CB05C07AACBF}" srcOrd="0" destOrd="0" parTransId="{1BA3153B-A136-470E-8F3D-D47E0B731915}" sibTransId="{CB15D299-CF3B-4681-AD93-B4F0558E6447}"/>
    <dgm:cxn modelId="{6D1AC7B2-D211-45A4-A1A8-7C251399E54E}" type="presOf" srcId="{ABFAAC75-DA99-41A4-9AED-13A535592EBB}" destId="{B8100F95-B057-4EA6-A50B-BC4EC9D8DA6C}" srcOrd="0" destOrd="0" presId="urn:microsoft.com/office/officeart/2005/8/layout/hierarchy4"/>
    <dgm:cxn modelId="{9FB17FDC-6811-491D-A470-871D05B6301B}" type="presOf" srcId="{E79CA7AD-09EB-4DD7-9343-05D3595E9A53}" destId="{9FEFC541-9DA9-46BB-8B8A-BE36162FDD38}" srcOrd="0" destOrd="0" presId="urn:microsoft.com/office/officeart/2005/8/layout/hierarchy4"/>
    <dgm:cxn modelId="{A6EF3BED-FB67-4CFC-BF75-271471582C46}" srcId="{C470E04F-7B4C-471B-A81B-AFB9678E7C5B}" destId="{EF994CCF-981C-4B58-B30D-C742A371DC37}" srcOrd="1" destOrd="0" parTransId="{2C37BAA2-E4E9-4901-81EE-3AB2E06C5DC7}" sibTransId="{DA0B3203-6CB6-411F-9C79-8A3B0213901C}"/>
    <dgm:cxn modelId="{3F187D46-283A-444B-B4BD-ACA879A63109}" srcId="{A546EC86-21C6-4311-B81A-22F6563E38B5}" destId="{1958162D-DC1B-403B-8E01-EF5A262998F2}" srcOrd="2" destOrd="0" parTransId="{A4F25A19-635E-4C27-9F15-E0639EBA912E}" sibTransId="{FAB1A460-FFF2-4999-9FF7-EC09BF794769}"/>
    <dgm:cxn modelId="{45EE3F7B-0D85-42C3-957F-CF2C1885D3A7}" type="presOf" srcId="{C470E04F-7B4C-471B-A81B-AFB9678E7C5B}" destId="{DA687144-C051-4472-9C1E-CBF318A3F699}" srcOrd="0" destOrd="0" presId="urn:microsoft.com/office/officeart/2005/8/layout/hierarchy4"/>
    <dgm:cxn modelId="{71978E97-C6F2-4AD0-AA73-7769D75B2F27}" type="presOf" srcId="{98B744BA-397B-4485-941C-67BE50EBA9E9}" destId="{FEADADCF-ACC9-4C2B-A732-A94948BD84C6}" srcOrd="0" destOrd="0" presId="urn:microsoft.com/office/officeart/2005/8/layout/hierarchy4"/>
    <dgm:cxn modelId="{6DE28413-29C4-43E0-A095-46E0B46CB6B4}" type="presOf" srcId="{7256E9FC-045C-4FFD-AAA1-AF98D7D2AEB2}" destId="{0EFF5668-E2E5-4D7F-B363-2B7C6A97B8F4}" srcOrd="0" destOrd="0" presId="urn:microsoft.com/office/officeart/2005/8/layout/hierarchy4"/>
    <dgm:cxn modelId="{15E20083-09B8-4D93-9020-9B4127427485}" srcId="{D453B8DA-EBC4-435B-B756-91B709423E5B}" destId="{F7D6A6C1-F271-4400-9010-AEA51A5C6AE5}" srcOrd="0" destOrd="0" parTransId="{DB47B9D5-6059-4A19-8297-C630C1726711}" sibTransId="{C21065B8-DC5C-465B-BB3E-6DFF709FBCF0}"/>
    <dgm:cxn modelId="{3B3F12E8-97D9-48F4-9F94-C93EBF0FE041}" srcId="{D996706D-2775-4936-8CDF-3545F733AA8A}" destId="{3D6ECC87-7CD4-4E6C-BA6A-E844E4DB6D6F}" srcOrd="0" destOrd="0" parTransId="{535B18BF-F286-446C-86B5-EEFF91D1F727}" sibTransId="{4B85CAD0-8F1B-49EB-B9B3-1ED6F5BD9E81}"/>
    <dgm:cxn modelId="{D94D39A0-98D9-4A6F-A986-A94C79B442E3}" srcId="{CD4E9E1D-9A29-4E28-9CD6-2579AC04F4F5}" destId="{61D62953-4A1A-471E-BA3E-8080262D41F7}" srcOrd="0" destOrd="0" parTransId="{061D884B-1C76-49CC-B941-29A677444C09}" sibTransId="{645F79E6-C99D-4FFC-811C-994F1A2EB2C6}"/>
    <dgm:cxn modelId="{2B851727-2E5E-4EE2-B19D-4A8FF1B9C36A}" srcId="{98B744BA-397B-4485-941C-67BE50EBA9E9}" destId="{7FACA03E-73C7-4482-AB8A-C3B737FE0059}" srcOrd="0" destOrd="0" parTransId="{09FBECFD-CA2F-4E77-B4A8-9E362E5FDF3B}" sibTransId="{F2064681-9081-4D67-AC3F-9ABE8295AFB4}"/>
    <dgm:cxn modelId="{A77D219B-4928-40EC-986E-6815DB3A6448}" srcId="{7FACA03E-73C7-4482-AB8A-C3B737FE0059}" destId="{00945500-B92F-42E3-BCD2-9B015D71DBFA}" srcOrd="0" destOrd="0" parTransId="{02D7E422-1B0B-4207-A355-618B912D2227}" sibTransId="{7E9B6F25-A65C-42C6-BEB0-4224429DAD8A}"/>
    <dgm:cxn modelId="{BF5E60DE-625E-4489-98B7-65889759F525}" srcId="{10C89AE7-63A8-4402-A8A1-91599BCDFC4B}" destId="{EDDAEA31-AF66-4A7B-8505-078C5D97F30B}" srcOrd="0" destOrd="0" parTransId="{95DD2E66-F38B-4468-AFEB-953CB7301DBC}" sibTransId="{72FA557D-8883-4242-9C8C-217FA6919502}"/>
    <dgm:cxn modelId="{C20CD19B-AA36-4D38-B8BE-62E910779246}" srcId="{E79CA7AD-09EB-4DD7-9343-05D3595E9A53}" destId="{E55E52DE-B921-4315-8738-5EAAA9161B24}" srcOrd="0" destOrd="0" parTransId="{AF29ADCC-8421-4CC4-9DBE-C87DE4162900}" sibTransId="{0A4B19E2-F5A9-41C7-B0B5-E42C635749B7}"/>
    <dgm:cxn modelId="{DE68E603-9C78-445E-A0A7-CD0EA5F488EC}" type="presOf" srcId="{7FACA03E-73C7-4482-AB8A-C3B737FE0059}" destId="{4EAED6FD-FE5C-47F7-8C2E-545AA5F1EAE7}" srcOrd="0" destOrd="0" presId="urn:microsoft.com/office/officeart/2005/8/layout/hierarchy4"/>
    <dgm:cxn modelId="{ED77ED7E-AE6A-4BD1-AFA6-369205881A7E}" type="presOf" srcId="{F7D6A6C1-F271-4400-9010-AEA51A5C6AE5}" destId="{CA481B09-F5DF-450F-8DC6-EA944E6432BE}" srcOrd="0" destOrd="0" presId="urn:microsoft.com/office/officeart/2005/8/layout/hierarchy4"/>
    <dgm:cxn modelId="{CBA75800-2BAF-418F-BAB6-AD9DECD911C3}" type="presOf" srcId="{CC454BF9-AA31-435E-91AD-41203B513C0C}" destId="{CEA0BBD6-687D-4EC5-8BE4-D0F887ADDD37}" srcOrd="0" destOrd="0" presId="urn:microsoft.com/office/officeart/2005/8/layout/hierarchy4"/>
    <dgm:cxn modelId="{7D8EAAB5-AAD2-4550-920A-5DF5D405FA31}" type="presOf" srcId="{E55E52DE-B921-4315-8738-5EAAA9161B24}" destId="{42F5B602-CEEE-4DD0-BC81-17B4B61B5D9B}" srcOrd="0" destOrd="0" presId="urn:microsoft.com/office/officeart/2005/8/layout/hierarchy4"/>
    <dgm:cxn modelId="{E6C0085E-AAF4-4852-AD0A-810A50D3B48E}" type="presOf" srcId="{2E4B7F22-E4C7-4DD9-A508-38C9B168C6C5}" destId="{BB0B5FA3-9149-42FD-9694-21B9EF31359C}" srcOrd="0" destOrd="0" presId="urn:microsoft.com/office/officeart/2005/8/layout/hierarchy4"/>
    <dgm:cxn modelId="{E8D0EF61-E73E-486C-91DA-40E2FCE82852}" type="presOf" srcId="{DCC1FC48-C20E-4B56-BEEF-BF64C1B8C8D7}" destId="{744D489C-E4E7-440E-964B-5814CC3F92FD}" srcOrd="0" destOrd="0" presId="urn:microsoft.com/office/officeart/2005/8/layout/hierarchy4"/>
    <dgm:cxn modelId="{81654348-A4B3-471E-A70F-09B21036717E}" srcId="{84689845-BC23-4359-884A-A4783D8C24FB}" destId="{C470E04F-7B4C-471B-A81B-AFB9678E7C5B}" srcOrd="2" destOrd="0" parTransId="{6FB2B736-CBA2-4D55-8606-5C45D2D9E1B0}" sibTransId="{81A21972-0E4A-40B1-9BF7-0FFF46F0D0EE}"/>
    <dgm:cxn modelId="{B2416B3F-0A41-4F20-AA60-3BF5FBFA3681}" srcId="{84689845-BC23-4359-884A-A4783D8C24FB}" destId="{CD4E9E1D-9A29-4E28-9CD6-2579AC04F4F5}" srcOrd="0" destOrd="0" parTransId="{A27B1FA8-7585-4C58-ABBA-788F795C88C2}" sibTransId="{EBA019B8-EDA9-43E6-85C7-B40E15129D2C}"/>
    <dgm:cxn modelId="{CD5EB537-5C91-4011-8C05-C81E54626E2C}" type="presOf" srcId="{40ACC490-6448-44AE-B051-0FC619B7F8FB}" destId="{7AC244A9-755D-461B-807E-95AD5797A598}" srcOrd="0" destOrd="0" presId="urn:microsoft.com/office/officeart/2005/8/layout/hierarchy4"/>
    <dgm:cxn modelId="{BD98E905-1B02-4F9B-9B3A-9186E1525662}" srcId="{A546EC86-21C6-4311-B81A-22F6563E38B5}" destId="{9DE64566-F5D3-40A9-9641-3D254C13F69D}" srcOrd="1" destOrd="0" parTransId="{70DC5AD1-69E2-4A24-A1AC-4E0418732666}" sibTransId="{8AC8A0B4-BECA-4842-B72F-422C216A4528}"/>
    <dgm:cxn modelId="{33026E5C-22E8-4E99-A648-4059B0B0CA92}" srcId="{84689845-BC23-4359-884A-A4783D8C24FB}" destId="{A546EC86-21C6-4311-B81A-22F6563E38B5}" srcOrd="1" destOrd="0" parTransId="{47E710A8-B11C-4F39-9AC0-7E89C93B8642}" sibTransId="{9F52BBC5-9EB6-4B13-AEBA-EDCE434F47DE}"/>
    <dgm:cxn modelId="{89B0F787-D7BA-46D2-BDDE-0E7321A6FAA7}" srcId="{C14A26DF-2CAD-4678-9773-F6063C44414D}" destId="{FEF54032-5B43-4BF5-8954-52B63D18D054}" srcOrd="1" destOrd="0" parTransId="{530B549B-6C10-4359-B770-E36833C85295}" sibTransId="{CC7A0933-7FFC-4DB5-986A-2F47512062ED}"/>
    <dgm:cxn modelId="{28CA3B7B-B5BB-463E-9388-34D6A9C7F4C0}" srcId="{CC454BF9-AA31-435E-91AD-41203B513C0C}" destId="{D453B8DA-EBC4-435B-B756-91B709423E5B}" srcOrd="3" destOrd="0" parTransId="{E19D4504-0E45-4C71-87B8-5B606DEE7365}" sibTransId="{1839F16A-04C1-44D8-B749-8AF51A783626}"/>
    <dgm:cxn modelId="{D0F1DDCF-59C2-4134-BB24-EB211A59A8AB}" type="presOf" srcId="{BB0FA8B7-6A8A-4C96-8620-DD6E8851AED8}" destId="{3858EDA5-5CFC-4A26-8FFE-CB6CB9207063}" srcOrd="0" destOrd="0" presId="urn:microsoft.com/office/officeart/2005/8/layout/hierarchy4"/>
    <dgm:cxn modelId="{DAAC3415-C456-41C3-82D6-5353E8961DAD}" type="presOf" srcId="{C14A26DF-2CAD-4678-9773-F6063C44414D}" destId="{8E1E5D58-CD44-47B2-B5A4-01EF38091FED}" srcOrd="0" destOrd="0" presId="urn:microsoft.com/office/officeart/2005/8/layout/hierarchy4"/>
    <dgm:cxn modelId="{7097805A-2728-4D6C-AC7F-3EEEFF5207AC}" srcId="{CC454BF9-AA31-435E-91AD-41203B513C0C}" destId="{E79CA7AD-09EB-4DD7-9343-05D3595E9A53}" srcOrd="2" destOrd="0" parTransId="{658A0BE0-BDC6-4FAD-8747-0B167A2CB3C0}" sibTransId="{BF241228-B9CB-4991-AAF2-097BD89CD241}"/>
    <dgm:cxn modelId="{FA18D944-FF1C-4003-A3AE-0CF0B855CC58}" srcId="{1BC34679-F0B6-46B9-B078-9A6003BF4A71}" destId="{CC454BF9-AA31-435E-91AD-41203B513C0C}" srcOrd="0" destOrd="0" parTransId="{8CB8B7C5-7B88-40F4-A445-4A3FD54439CA}" sibTransId="{F3893FDA-8A53-4EDF-8D04-265B9286A16C}"/>
    <dgm:cxn modelId="{27B0E3A5-8A7D-4EC2-B3C8-9251EED30E88}" type="presOf" srcId="{84689845-BC23-4359-884A-A4783D8C24FB}" destId="{B5C13ECC-8295-40AA-9B91-F4479E4CFE20}" srcOrd="0" destOrd="0" presId="urn:microsoft.com/office/officeart/2005/8/layout/hierarchy4"/>
    <dgm:cxn modelId="{D597BE9D-B30D-4150-B844-BB8543DD6DC0}" type="presOf" srcId="{B101BF9A-D7CF-4C80-A77A-1DB7126E22CB}" destId="{055D9851-FCC4-4DB4-80AC-7D4A580F23DE}" srcOrd="0" destOrd="0" presId="urn:microsoft.com/office/officeart/2005/8/layout/hierarchy4"/>
    <dgm:cxn modelId="{0736AB1C-429E-470E-8D9B-C0C6F2F82C4D}" type="presOf" srcId="{E22118B6-5913-4CC1-90C3-211FBFFCD53A}" destId="{CA11F96D-AF25-4BDD-A5B5-DFAE369719F6}" srcOrd="0" destOrd="0" presId="urn:microsoft.com/office/officeart/2005/8/layout/hierarchy4"/>
    <dgm:cxn modelId="{A689D270-60CD-42AE-89C9-17D739096693}" srcId="{C470E04F-7B4C-471B-A81B-AFB9678E7C5B}" destId="{B101BF9A-D7CF-4C80-A77A-1DB7126E22CB}" srcOrd="2" destOrd="0" parTransId="{F857C328-CB11-4949-84C5-DDB6988629AB}" sibTransId="{424E9F13-D9D0-497D-BA9F-B8057E3163F6}"/>
    <dgm:cxn modelId="{11C28946-4767-4F7C-8134-59C72265D198}" type="presOf" srcId="{EDDAEA31-AF66-4A7B-8505-078C5D97F30B}" destId="{7DEAB530-53B8-4113-B1D4-13EB7B4E9903}" srcOrd="0" destOrd="0" presId="urn:microsoft.com/office/officeart/2005/8/layout/hierarchy4"/>
    <dgm:cxn modelId="{8F106A49-0E51-4F70-92F3-E568B919DA28}" type="presOf" srcId="{05043868-7BA7-423B-9D72-35FC301424A9}" destId="{DA7174E3-619F-4221-8776-1B37315657D6}" srcOrd="0" destOrd="0" presId="urn:microsoft.com/office/officeart/2005/8/layout/hierarchy4"/>
    <dgm:cxn modelId="{14FC472B-96F6-49DA-80BD-CE6784F1FED7}" type="presOf" srcId="{A546EC86-21C6-4311-B81A-22F6563E38B5}" destId="{A4318EDB-75C0-4AA7-BC6F-DC68AC1899EF}" srcOrd="0" destOrd="0" presId="urn:microsoft.com/office/officeart/2005/8/layout/hierarchy4"/>
    <dgm:cxn modelId="{C15EE41C-ADDD-49A9-8244-AEE7AAF107D9}" type="presOf" srcId="{751DC985-A097-4168-956A-CFD8C36B7D99}" destId="{56F48805-4BA3-496F-834F-1491554332B3}" srcOrd="0" destOrd="0" presId="urn:microsoft.com/office/officeart/2005/8/layout/hierarchy4"/>
    <dgm:cxn modelId="{C507691F-3CD8-4702-A61E-DDB6264AA113}" type="presOf" srcId="{3D6ECC87-7CD4-4E6C-BA6A-E844E4DB6D6F}" destId="{A9BEC13B-FB95-4E80-A820-75D272EAE69F}" srcOrd="0" destOrd="0" presId="urn:microsoft.com/office/officeart/2005/8/layout/hierarchy4"/>
    <dgm:cxn modelId="{7E3052CE-7E57-4857-9D6A-750A152D83BF}" srcId="{A546EC86-21C6-4311-B81A-22F6563E38B5}" destId="{91E35065-7BE7-4EB6-9251-6471C6C15305}" srcOrd="0" destOrd="0" parTransId="{0512FC79-ADA7-4444-92B6-BA56449E7BB8}" sibTransId="{6B976056-11AC-4C27-99F7-E93CBB809789}"/>
    <dgm:cxn modelId="{FEBFF45F-9380-4EEC-A9FD-B1C1F5E9BD37}" srcId="{C14A26DF-2CAD-4678-9773-F6063C44414D}" destId="{40ACC490-6448-44AE-B051-0FC619B7F8FB}" srcOrd="0" destOrd="0" parTransId="{AE110986-B7F0-43F4-ABE7-24D9B91CF6E8}" sibTransId="{8BBEF762-D77D-4E2B-8870-D1B3B70E045D}"/>
    <dgm:cxn modelId="{C85DD4AA-A0E2-449C-A2C9-C01826729F41}" type="presOf" srcId="{268C22EB-EC69-46B0-AB07-F7FA1462DD4E}" destId="{D2167AC8-1189-4FE8-B35F-3FEDE28390A7}" srcOrd="0" destOrd="0" presId="urn:microsoft.com/office/officeart/2005/8/layout/hierarchy4"/>
    <dgm:cxn modelId="{3C000BF2-ADDB-424A-AEED-C400D962994F}" type="presOf" srcId="{10C89AE7-63A8-4402-A8A1-91599BCDFC4B}" destId="{4E3E33E8-0453-4CF1-9A07-3E2804243CCC}" srcOrd="0" destOrd="0" presId="urn:microsoft.com/office/officeart/2005/8/layout/hierarchy4"/>
    <dgm:cxn modelId="{E0BCCDC7-91AE-483E-A91C-3B5820B5F5FE}" type="presOf" srcId="{0C6DD9B1-6264-437E-B877-2CB6E41CB1E6}" destId="{AD95E0DD-373C-4D3F-A99F-2280C364760E}" srcOrd="0" destOrd="0" presId="urn:microsoft.com/office/officeart/2005/8/layout/hierarchy4"/>
    <dgm:cxn modelId="{E268F402-157D-46C6-AD97-26DDBF1E3B51}" type="presOf" srcId="{56EAF470-6E25-4C58-9D95-9B89229E9E8D}" destId="{CDFFB4E1-1FB5-49C4-9B25-39FF1BF2A54E}" srcOrd="0" destOrd="0" presId="urn:microsoft.com/office/officeart/2005/8/layout/hierarchy4"/>
    <dgm:cxn modelId="{B96D9688-2906-4A4B-8D51-FA576F3EF285}" type="presOf" srcId="{EF994CCF-981C-4B58-B30D-C742A371DC37}" destId="{6525000C-FD69-44F5-9CA5-83CDF276A2B6}" srcOrd="0" destOrd="0" presId="urn:microsoft.com/office/officeart/2005/8/layout/hierarchy4"/>
    <dgm:cxn modelId="{7044AD46-B77F-418F-B311-59F088935640}" srcId="{CC454BF9-AA31-435E-91AD-41203B513C0C}" destId="{C14A26DF-2CAD-4678-9773-F6063C44414D}" srcOrd="0" destOrd="0" parTransId="{16D730AA-6C8F-4CC0-BDDB-296C1C40D6CF}" sibTransId="{6369C0DF-FCA8-4D67-AF90-E54FEECDDEC3}"/>
    <dgm:cxn modelId="{3EC1CD21-369F-43C7-A3AA-D429AC75CB5B}" type="presOf" srcId="{9DE64566-F5D3-40A9-9641-3D254C13F69D}" destId="{E0F3583D-6BAF-476D-A73A-ED7B18D73F54}" srcOrd="0" destOrd="0" presId="urn:microsoft.com/office/officeart/2005/8/layout/hierarchy4"/>
    <dgm:cxn modelId="{C9E17825-D8CB-4D26-BA41-6C2C6B339381}" srcId="{7256E9FC-045C-4FFD-AAA1-AF98D7D2AEB2}" destId="{D996706D-2775-4936-8CDF-3545F733AA8A}" srcOrd="0" destOrd="0" parTransId="{A98DE3B7-E281-46C5-A09F-7F9EBE79559B}" sibTransId="{80556ABA-A7BF-48DB-9241-212A8744A8E7}"/>
    <dgm:cxn modelId="{1CD9FA58-2929-4EFF-B568-4AD5D83A2919}" type="presOf" srcId="{00945500-B92F-42E3-BCD2-9B015D71DBFA}" destId="{1EA8BD8B-BC64-4BEB-A75F-5E017F3F74A2}" srcOrd="0" destOrd="0" presId="urn:microsoft.com/office/officeart/2005/8/layout/hierarchy4"/>
    <dgm:cxn modelId="{7B12B79D-AA22-44AF-923C-C88A0C1BCB2A}" srcId="{C470E04F-7B4C-471B-A81B-AFB9678E7C5B}" destId="{E22118B6-5913-4CC1-90C3-211FBFFCD53A}" srcOrd="5" destOrd="0" parTransId="{8E79659A-DA62-4430-8E64-25E0AE662E61}" sibTransId="{95379DB0-12D8-4285-8404-A19BA6E22A4B}"/>
    <dgm:cxn modelId="{650756CB-BB18-4E21-B1B0-9F1CFA4473F9}" srcId="{EDDAEA31-AF66-4A7B-8505-078C5D97F30B}" destId="{6106BC95-8D91-49A3-91AC-AB1DBE239137}" srcOrd="0" destOrd="0" parTransId="{CF0171B2-3399-4753-AA58-35101B328B3C}" sibTransId="{055802A5-BE6B-4001-996C-6DCE3C32304C}"/>
    <dgm:cxn modelId="{6A726645-CE91-4996-9278-7A0E04F22215}" srcId="{7256E9FC-045C-4FFD-AAA1-AF98D7D2AEB2}" destId="{ABFAAC75-DA99-41A4-9AED-13A535592EBB}" srcOrd="1" destOrd="0" parTransId="{1FA15EA2-C6C8-4E09-9AEC-236BFB83F9B1}" sibTransId="{0BED82E1-D5F8-4819-8428-6AF62B2C31C8}"/>
    <dgm:cxn modelId="{B45DF7EA-F3BD-46EF-ABF3-DC438E2ADDBF}" type="presOf" srcId="{B5F6594D-987E-46BA-B14D-D15719CADD1F}" destId="{47F57E6B-0A12-4A6A-BC5D-EDFE79F4894A}" srcOrd="0" destOrd="0" presId="urn:microsoft.com/office/officeart/2005/8/layout/hierarchy4"/>
    <dgm:cxn modelId="{E744F4B1-9B41-47A7-AFD9-E19FBA0E846A}" type="presOf" srcId="{1958162D-DC1B-403B-8E01-EF5A262998F2}" destId="{3DA3D45D-A4A6-457E-8FC1-F1B3FB1817B6}" srcOrd="0" destOrd="0" presId="urn:microsoft.com/office/officeart/2005/8/layout/hierarchy4"/>
    <dgm:cxn modelId="{E459B151-F5AD-4988-8B20-BF9C8670B6A1}" srcId="{C470E04F-7B4C-471B-A81B-AFB9678E7C5B}" destId="{56EAF470-6E25-4C58-9D95-9B89229E9E8D}" srcOrd="3" destOrd="0" parTransId="{9BE65ECA-D775-4F1C-9E86-AD0013CEA353}" sibTransId="{85C5915D-EDD2-4455-91DE-51801401AB37}"/>
    <dgm:cxn modelId="{FA245FBB-BB8F-4355-A40E-C4D3F854B80B}" type="presOf" srcId="{6106BC95-8D91-49A3-91AC-AB1DBE239137}" destId="{F6B49DB5-8279-452C-AED8-2067ADAAB4FD}" srcOrd="0" destOrd="0" presId="urn:microsoft.com/office/officeart/2005/8/layout/hierarchy4"/>
    <dgm:cxn modelId="{B57BD64C-3D67-44FC-8C2A-72DD09AD62D0}" srcId="{0C6DD9B1-6264-437E-B877-2CB6E41CB1E6}" destId="{268C22EB-EC69-46B0-AB07-F7FA1462DD4E}" srcOrd="2" destOrd="0" parTransId="{0FE060A4-908B-4845-83D5-F8AB3BF3BC97}" sibTransId="{376E662F-608E-4190-8AC7-172681F782EC}"/>
    <dgm:cxn modelId="{BD40A36C-2B0F-4644-A62A-1FCB84D6A34A}" srcId="{EDDAEA31-AF66-4A7B-8505-078C5D97F30B}" destId="{98B744BA-397B-4485-941C-67BE50EBA9E9}" srcOrd="1" destOrd="0" parTransId="{1E6BADB3-AD8E-402D-8501-D0D13DF05E81}" sibTransId="{02A9CC77-8004-4982-879B-F71C917DCD3D}"/>
    <dgm:cxn modelId="{BEB50288-862B-440A-8696-88310CC7F319}" srcId="{D453B8DA-EBC4-435B-B756-91B709423E5B}" destId="{B5F6594D-987E-46BA-B14D-D15719CADD1F}" srcOrd="1" destOrd="0" parTransId="{9116242D-60E9-49BD-8462-1B188D754D0F}" sibTransId="{3A2DF931-F718-486B-A634-1A1C031D30BE}"/>
    <dgm:cxn modelId="{3211D95F-EC9C-42F3-9618-4B286DC93C38}" srcId="{DCC1FC48-C20E-4B56-BEEF-BF64C1B8C8D7}" destId="{05043868-7BA7-423B-9D72-35FC301424A9}" srcOrd="0" destOrd="0" parTransId="{5A44D5AF-A509-457A-BED9-B32421E577AD}" sibTransId="{B79829D6-299D-4995-98CC-56F8C8EA8919}"/>
    <dgm:cxn modelId="{5D080C5A-2BDF-4F1D-AB0D-A87E25A8AAFB}" srcId="{0C6DD9B1-6264-437E-B877-2CB6E41CB1E6}" destId="{A1CB2D22-93B3-40CD-9432-0A59B9C025D5}" srcOrd="0" destOrd="0" parTransId="{820FB961-0EA4-437F-BE5E-AEDF05AAB592}" sibTransId="{8535586D-4D3E-4F81-97E4-0ED2836707F9}"/>
    <dgm:cxn modelId="{B1695166-A90A-4DC1-989C-17F4BD4D4BDD}" type="presOf" srcId="{9A9B3547-7A5F-4923-9E33-31E8BBB7089C}" destId="{F83397BE-FDD8-4911-8A99-AF495BDA74D9}" srcOrd="0" destOrd="0" presId="urn:microsoft.com/office/officeart/2005/8/layout/hierarchy4"/>
    <dgm:cxn modelId="{CC9CC88D-C1EC-4DC6-8E21-B47ADB213C67}" type="presOf" srcId="{CD4E9E1D-9A29-4E28-9CD6-2579AC04F4F5}" destId="{F5F8A592-2756-4A9D-BDBB-924603DCA8FE}" srcOrd="0" destOrd="0" presId="urn:microsoft.com/office/officeart/2005/8/layout/hierarchy4"/>
    <dgm:cxn modelId="{ADCDF77F-ED2F-44E2-BAE4-9003DA5704D2}" srcId="{CC454BF9-AA31-435E-91AD-41203B513C0C}" destId="{0C6DD9B1-6264-437E-B877-2CB6E41CB1E6}" srcOrd="1" destOrd="0" parTransId="{8B702E84-AEE0-4245-9587-0E9D86F30915}" sibTransId="{BE2651ED-BBA9-4311-BB9F-B98B3BF9BC34}"/>
    <dgm:cxn modelId="{79B68688-5369-4DD2-89D2-49EE030CF89C}" type="presParOf" srcId="{4E3E33E8-0453-4CF1-9A07-3E2804243CCC}" destId="{617E2739-D87F-4942-BB2A-49DFD321F6D4}" srcOrd="0" destOrd="0" presId="urn:microsoft.com/office/officeart/2005/8/layout/hierarchy4"/>
    <dgm:cxn modelId="{77C993F3-462A-415B-BE9D-5DA1D1F44034}" type="presParOf" srcId="{617E2739-D87F-4942-BB2A-49DFD321F6D4}" destId="{7DEAB530-53B8-4113-B1D4-13EB7B4E9903}" srcOrd="0" destOrd="0" presId="urn:microsoft.com/office/officeart/2005/8/layout/hierarchy4"/>
    <dgm:cxn modelId="{F0FF366F-DF1B-4F7B-9D7A-B8E71D1A9FC5}" type="presParOf" srcId="{617E2739-D87F-4942-BB2A-49DFD321F6D4}" destId="{DD7CE2AF-E6D0-4615-96DA-3C296EBC85B9}" srcOrd="1" destOrd="0" presId="urn:microsoft.com/office/officeart/2005/8/layout/hierarchy4"/>
    <dgm:cxn modelId="{D8CB1C5E-AC1F-4CCE-B48F-17614D3E15E4}" type="presParOf" srcId="{617E2739-D87F-4942-BB2A-49DFD321F6D4}" destId="{B41EB3EC-53E1-44CE-826F-7858E28944EF}" srcOrd="2" destOrd="0" presId="urn:microsoft.com/office/officeart/2005/8/layout/hierarchy4"/>
    <dgm:cxn modelId="{D718AF08-52FF-4BAC-A133-72DE1D5A2EFA}" type="presParOf" srcId="{B41EB3EC-53E1-44CE-826F-7858E28944EF}" destId="{BBB4D290-2966-4EE4-AA3B-185A5067C7C7}" srcOrd="0" destOrd="0" presId="urn:microsoft.com/office/officeart/2005/8/layout/hierarchy4"/>
    <dgm:cxn modelId="{042F85A1-93C2-4682-9085-200221DEA51B}" type="presParOf" srcId="{BBB4D290-2966-4EE4-AA3B-185A5067C7C7}" destId="{F6B49DB5-8279-452C-AED8-2067ADAAB4FD}" srcOrd="0" destOrd="0" presId="urn:microsoft.com/office/officeart/2005/8/layout/hierarchy4"/>
    <dgm:cxn modelId="{7AC0FB75-9A6D-4EDF-A0B5-728526778EF2}" type="presParOf" srcId="{BBB4D290-2966-4EE4-AA3B-185A5067C7C7}" destId="{2A31C492-B449-451B-871F-A388857DD5A6}" srcOrd="1" destOrd="0" presId="urn:microsoft.com/office/officeart/2005/8/layout/hierarchy4"/>
    <dgm:cxn modelId="{B89DB564-23C3-472A-A0B2-2D4C50CBD4AA}" type="presParOf" srcId="{BBB4D290-2966-4EE4-AA3B-185A5067C7C7}" destId="{FBC9C3EA-B80F-4758-B280-FF974FB78F85}" srcOrd="2" destOrd="0" presId="urn:microsoft.com/office/officeart/2005/8/layout/hierarchy4"/>
    <dgm:cxn modelId="{4EF3C7CF-3F26-4FED-81C4-8894FC7C914A}" type="presParOf" srcId="{FBC9C3EA-B80F-4758-B280-FF974FB78F85}" destId="{92F46817-6266-498B-812B-32C3BE66A848}" srcOrd="0" destOrd="0" presId="urn:microsoft.com/office/officeart/2005/8/layout/hierarchy4"/>
    <dgm:cxn modelId="{CB24BD15-F16A-4D51-A566-1878936E8611}" type="presParOf" srcId="{92F46817-6266-498B-812B-32C3BE66A848}" destId="{744D489C-E4E7-440E-964B-5814CC3F92FD}" srcOrd="0" destOrd="0" presId="urn:microsoft.com/office/officeart/2005/8/layout/hierarchy4"/>
    <dgm:cxn modelId="{531F610A-39B4-46EC-99DC-3AE4F93277BB}" type="presParOf" srcId="{92F46817-6266-498B-812B-32C3BE66A848}" destId="{DB8DDE38-D97B-4439-8A9B-CB4799EFF40C}" srcOrd="1" destOrd="0" presId="urn:microsoft.com/office/officeart/2005/8/layout/hierarchy4"/>
    <dgm:cxn modelId="{1400C04E-109D-4B5A-9D78-114AAE0520F8}" type="presParOf" srcId="{92F46817-6266-498B-812B-32C3BE66A848}" destId="{D68A4070-E2B9-4D2E-97BE-3B053DA468B9}" srcOrd="2" destOrd="0" presId="urn:microsoft.com/office/officeart/2005/8/layout/hierarchy4"/>
    <dgm:cxn modelId="{4BB0D7BD-3C05-48A1-A9D7-4295017B163C}" type="presParOf" srcId="{D68A4070-E2B9-4D2E-97BE-3B053DA468B9}" destId="{ADF1E6C5-ED6E-4820-9970-05383CA4971F}" srcOrd="0" destOrd="0" presId="urn:microsoft.com/office/officeart/2005/8/layout/hierarchy4"/>
    <dgm:cxn modelId="{13B84842-98AC-4C72-B177-ED11D978257C}" type="presParOf" srcId="{ADF1E6C5-ED6E-4820-9970-05383CA4971F}" destId="{DA7174E3-619F-4221-8776-1B37315657D6}" srcOrd="0" destOrd="0" presId="urn:microsoft.com/office/officeart/2005/8/layout/hierarchy4"/>
    <dgm:cxn modelId="{19ED4192-A03B-40AC-A5BB-5A450A1BE836}" type="presParOf" srcId="{ADF1E6C5-ED6E-4820-9970-05383CA4971F}" destId="{F647FD8D-56D8-4DC7-9715-D316D595FF4E}" srcOrd="1" destOrd="0" presId="urn:microsoft.com/office/officeart/2005/8/layout/hierarchy4"/>
    <dgm:cxn modelId="{3ECA1D2B-8A0A-4A3B-9DC3-A192CD6F304B}" type="presParOf" srcId="{B41EB3EC-53E1-44CE-826F-7858E28944EF}" destId="{B50657EB-A15C-41EF-86FB-B5CBEB9421CC}" srcOrd="1" destOrd="0" presId="urn:microsoft.com/office/officeart/2005/8/layout/hierarchy4"/>
    <dgm:cxn modelId="{FAC7DD3F-FC78-4608-A9B4-430052D09CCD}" type="presParOf" srcId="{B41EB3EC-53E1-44CE-826F-7858E28944EF}" destId="{9FD245EF-54CB-459B-9DDC-0E7448E47120}" srcOrd="2" destOrd="0" presId="urn:microsoft.com/office/officeart/2005/8/layout/hierarchy4"/>
    <dgm:cxn modelId="{078CC17B-71B4-430A-A8AD-7066769E53EA}" type="presParOf" srcId="{9FD245EF-54CB-459B-9DDC-0E7448E47120}" destId="{FEADADCF-ACC9-4C2B-A732-A94948BD84C6}" srcOrd="0" destOrd="0" presId="urn:microsoft.com/office/officeart/2005/8/layout/hierarchy4"/>
    <dgm:cxn modelId="{08FFC36A-039C-43ED-A21B-FA2E98D12438}" type="presParOf" srcId="{9FD245EF-54CB-459B-9DDC-0E7448E47120}" destId="{C581159C-6F79-46C2-B289-A3AE20594FEA}" srcOrd="1" destOrd="0" presId="urn:microsoft.com/office/officeart/2005/8/layout/hierarchy4"/>
    <dgm:cxn modelId="{2A8E1FF1-F949-4711-87B0-BE2955CC14F9}" type="presParOf" srcId="{9FD245EF-54CB-459B-9DDC-0E7448E47120}" destId="{29D873EB-FAA0-4551-8F25-1484E4600225}" srcOrd="2" destOrd="0" presId="urn:microsoft.com/office/officeart/2005/8/layout/hierarchy4"/>
    <dgm:cxn modelId="{C8818142-8918-4767-A1D9-B9D8C39B49AA}" type="presParOf" srcId="{29D873EB-FAA0-4551-8F25-1484E4600225}" destId="{41A79664-6EBD-45A2-A406-64649544826F}" srcOrd="0" destOrd="0" presId="urn:microsoft.com/office/officeart/2005/8/layout/hierarchy4"/>
    <dgm:cxn modelId="{33D61A55-90FE-484F-90F4-1D4F1ED0AAF6}" type="presParOf" srcId="{41A79664-6EBD-45A2-A406-64649544826F}" destId="{4EAED6FD-FE5C-47F7-8C2E-545AA5F1EAE7}" srcOrd="0" destOrd="0" presId="urn:microsoft.com/office/officeart/2005/8/layout/hierarchy4"/>
    <dgm:cxn modelId="{630747EC-90C0-4B22-A0DA-A2DCD4512B79}" type="presParOf" srcId="{41A79664-6EBD-45A2-A406-64649544826F}" destId="{927044A4-44DB-43C1-971B-40884F006904}" srcOrd="1" destOrd="0" presId="urn:microsoft.com/office/officeart/2005/8/layout/hierarchy4"/>
    <dgm:cxn modelId="{683D8E6A-592D-477A-84F5-F62779659EA6}" type="presParOf" srcId="{41A79664-6EBD-45A2-A406-64649544826F}" destId="{D9FFA9FB-CFAC-41A0-8B9E-363256EB829E}" srcOrd="2" destOrd="0" presId="urn:microsoft.com/office/officeart/2005/8/layout/hierarchy4"/>
    <dgm:cxn modelId="{60793E11-9F6C-437C-89C2-E6EAD375741A}" type="presParOf" srcId="{D9FFA9FB-CFAC-41A0-8B9E-363256EB829E}" destId="{D4154D97-22E4-4BBB-840F-874725B46D78}" srcOrd="0" destOrd="0" presId="urn:microsoft.com/office/officeart/2005/8/layout/hierarchy4"/>
    <dgm:cxn modelId="{4B4666E5-4DDD-480D-97EC-0574815E31E5}" type="presParOf" srcId="{D4154D97-22E4-4BBB-840F-874725B46D78}" destId="{1EA8BD8B-BC64-4BEB-A75F-5E017F3F74A2}" srcOrd="0" destOrd="0" presId="urn:microsoft.com/office/officeart/2005/8/layout/hierarchy4"/>
    <dgm:cxn modelId="{6A0E33F3-9025-4184-883B-DAA33C0FBBF3}" type="presParOf" srcId="{D4154D97-22E4-4BBB-840F-874725B46D78}" destId="{C7DC03FB-688E-4589-B675-FE4CB7AB6AAF}" srcOrd="1" destOrd="0" presId="urn:microsoft.com/office/officeart/2005/8/layout/hierarchy4"/>
    <dgm:cxn modelId="{72598831-1EA0-4C68-92F8-1D97CBDDD242}" type="presParOf" srcId="{B41EB3EC-53E1-44CE-826F-7858E28944EF}" destId="{DC797357-8BC9-41E3-A8ED-3D58150A02DA}" srcOrd="3" destOrd="0" presId="urn:microsoft.com/office/officeart/2005/8/layout/hierarchy4"/>
    <dgm:cxn modelId="{66D69A12-B830-46A8-B1D6-0880E3704734}" type="presParOf" srcId="{B41EB3EC-53E1-44CE-826F-7858E28944EF}" destId="{23FF2195-A7FC-4BA6-9363-FA86C19D791B}" srcOrd="4" destOrd="0" presId="urn:microsoft.com/office/officeart/2005/8/layout/hierarchy4"/>
    <dgm:cxn modelId="{CAC80B34-9B8C-49D6-97CD-E8D8E0FF0B88}" type="presParOf" srcId="{23FF2195-A7FC-4BA6-9363-FA86C19D791B}" destId="{0EFF5668-E2E5-4D7F-B363-2B7C6A97B8F4}" srcOrd="0" destOrd="0" presId="urn:microsoft.com/office/officeart/2005/8/layout/hierarchy4"/>
    <dgm:cxn modelId="{EF3A07D0-B3B6-4F24-B8D2-748778769CB9}" type="presParOf" srcId="{23FF2195-A7FC-4BA6-9363-FA86C19D791B}" destId="{7A5D8766-4B57-4949-B120-524BED46B65A}" srcOrd="1" destOrd="0" presId="urn:microsoft.com/office/officeart/2005/8/layout/hierarchy4"/>
    <dgm:cxn modelId="{E2F2EA76-1773-4CC5-A5F4-5493595A0A84}" type="presParOf" srcId="{23FF2195-A7FC-4BA6-9363-FA86C19D791B}" destId="{8A187066-3B3A-420F-9FD5-D68AD8403544}" srcOrd="2" destOrd="0" presId="urn:microsoft.com/office/officeart/2005/8/layout/hierarchy4"/>
    <dgm:cxn modelId="{092E8BF0-41FE-4EB7-96EE-123ABA9EF458}" type="presParOf" srcId="{8A187066-3B3A-420F-9FD5-D68AD8403544}" destId="{288A70B9-7235-4AAB-937F-E829EFB1CB21}" srcOrd="0" destOrd="0" presId="urn:microsoft.com/office/officeart/2005/8/layout/hierarchy4"/>
    <dgm:cxn modelId="{3218EB90-EF10-4138-ABC5-A134995AB088}" type="presParOf" srcId="{288A70B9-7235-4AAB-937F-E829EFB1CB21}" destId="{F66CDEAF-083F-42BE-9A64-92490895C3F5}" srcOrd="0" destOrd="0" presId="urn:microsoft.com/office/officeart/2005/8/layout/hierarchy4"/>
    <dgm:cxn modelId="{A01669A9-04D8-45CF-BC8E-4626D06E4037}" type="presParOf" srcId="{288A70B9-7235-4AAB-937F-E829EFB1CB21}" destId="{4BE2734A-5F01-45F6-8B43-EC4D4E42B040}" srcOrd="1" destOrd="0" presId="urn:microsoft.com/office/officeart/2005/8/layout/hierarchy4"/>
    <dgm:cxn modelId="{A2D184AA-BC9E-4D1E-B50E-8EDE80BD9BE2}" type="presParOf" srcId="{288A70B9-7235-4AAB-937F-E829EFB1CB21}" destId="{D039FD72-ED23-41A6-801D-F042733A7B66}" srcOrd="2" destOrd="0" presId="urn:microsoft.com/office/officeart/2005/8/layout/hierarchy4"/>
    <dgm:cxn modelId="{41642EF9-E7F0-47B1-A7F4-E5CFD8F106FF}" type="presParOf" srcId="{D039FD72-ED23-41A6-801D-F042733A7B66}" destId="{046416E5-39DB-410B-B5E8-3727764022D3}" srcOrd="0" destOrd="0" presId="urn:microsoft.com/office/officeart/2005/8/layout/hierarchy4"/>
    <dgm:cxn modelId="{C6DB51DF-1B08-4CBC-86D0-A28B7BFD3EF4}" type="presParOf" srcId="{046416E5-39DB-410B-B5E8-3727764022D3}" destId="{A9BEC13B-FB95-4E80-A820-75D272EAE69F}" srcOrd="0" destOrd="0" presId="urn:microsoft.com/office/officeart/2005/8/layout/hierarchy4"/>
    <dgm:cxn modelId="{4CC6A8E8-7AB8-44A2-A6B6-6B33A781C5E3}" type="presParOf" srcId="{046416E5-39DB-410B-B5E8-3727764022D3}" destId="{23AE1082-819D-4180-92C6-098D82AB7F6D}" srcOrd="1" destOrd="0" presId="urn:microsoft.com/office/officeart/2005/8/layout/hierarchy4"/>
    <dgm:cxn modelId="{6A423DFC-5304-40E0-90C6-126BBABCAD58}" type="presParOf" srcId="{8A187066-3B3A-420F-9FD5-D68AD8403544}" destId="{0449013F-84CD-42DE-85EE-B338BFA20BAD}" srcOrd="1" destOrd="0" presId="urn:microsoft.com/office/officeart/2005/8/layout/hierarchy4"/>
    <dgm:cxn modelId="{B2D39905-B099-4B26-9A4D-FBFABAA612C3}" type="presParOf" srcId="{8A187066-3B3A-420F-9FD5-D68AD8403544}" destId="{EB98024D-1AEE-4B2A-9BCD-6DD19B8A3480}" srcOrd="2" destOrd="0" presId="urn:microsoft.com/office/officeart/2005/8/layout/hierarchy4"/>
    <dgm:cxn modelId="{3C84C47B-B69B-4CCE-AFDB-ADF7E2C75C9B}" type="presParOf" srcId="{EB98024D-1AEE-4B2A-9BCD-6DD19B8A3480}" destId="{B8100F95-B057-4EA6-A50B-BC4EC9D8DA6C}" srcOrd="0" destOrd="0" presId="urn:microsoft.com/office/officeart/2005/8/layout/hierarchy4"/>
    <dgm:cxn modelId="{A208B5AC-42D0-4ACA-B7FB-D70C91FB3432}" type="presParOf" srcId="{EB98024D-1AEE-4B2A-9BCD-6DD19B8A3480}" destId="{E44F139F-DC6C-4A58-9385-B0144BF1E34F}" srcOrd="1" destOrd="0" presId="urn:microsoft.com/office/officeart/2005/8/layout/hierarchy4"/>
    <dgm:cxn modelId="{71076178-D3B8-4CC0-9D63-4983F72D6857}" type="presParOf" srcId="{EB98024D-1AEE-4B2A-9BCD-6DD19B8A3480}" destId="{7858B253-75F9-4ECB-BEBD-6C894FFECA50}" srcOrd="2" destOrd="0" presId="urn:microsoft.com/office/officeart/2005/8/layout/hierarchy4"/>
    <dgm:cxn modelId="{408C08A0-2E13-4635-8A5D-FC5BDFAEAB47}" type="presParOf" srcId="{7858B253-75F9-4ECB-BEBD-6C894FFECA50}" destId="{0131E078-35C6-4886-8F60-E5294388FA3A}" srcOrd="0" destOrd="0" presId="urn:microsoft.com/office/officeart/2005/8/layout/hierarchy4"/>
    <dgm:cxn modelId="{017601DA-6FEE-40A0-B18E-7FFE90C1D412}" type="presParOf" srcId="{0131E078-35C6-4886-8F60-E5294388FA3A}" destId="{F83397BE-FDD8-4911-8A99-AF495BDA74D9}" srcOrd="0" destOrd="0" presId="urn:microsoft.com/office/officeart/2005/8/layout/hierarchy4"/>
    <dgm:cxn modelId="{61D403B6-C9CA-4E15-8739-0BF8E841634A}" type="presParOf" srcId="{0131E078-35C6-4886-8F60-E5294388FA3A}" destId="{2D99EF81-8A66-4A74-B822-67773E6EADE8}" srcOrd="1" destOrd="0" presId="urn:microsoft.com/office/officeart/2005/8/layout/hierarchy4"/>
    <dgm:cxn modelId="{01A55DCC-9D5C-4790-BDD2-763990E93D9E}" type="presParOf" srcId="{4E3E33E8-0453-4CF1-9A07-3E2804243CCC}" destId="{ACD77E63-12FD-4924-B681-0B7219AAC278}" srcOrd="1" destOrd="0" presId="urn:microsoft.com/office/officeart/2005/8/layout/hierarchy4"/>
    <dgm:cxn modelId="{F6716FCB-33D5-4F41-90C4-8C2C7858662D}" type="presParOf" srcId="{4E3E33E8-0453-4CF1-9A07-3E2804243CCC}" destId="{EE178916-F795-4961-9EB4-8EC393866EA1}" srcOrd="2" destOrd="0" presId="urn:microsoft.com/office/officeart/2005/8/layout/hierarchy4"/>
    <dgm:cxn modelId="{002F585C-66AA-4286-A794-5A05B4ACD7ED}" type="presParOf" srcId="{EE178916-F795-4961-9EB4-8EC393866EA1}" destId="{C0BDF183-AC75-4AE0-B3D6-76F98294496A}" srcOrd="0" destOrd="0" presId="urn:microsoft.com/office/officeart/2005/8/layout/hierarchy4"/>
    <dgm:cxn modelId="{60E3D9FA-02F6-44A2-A7C2-A3BDFFCF48F4}" type="presParOf" srcId="{EE178916-F795-4961-9EB4-8EC393866EA1}" destId="{B23CFFC3-54D1-4556-AE0C-6550F7014B64}" srcOrd="1" destOrd="0" presId="urn:microsoft.com/office/officeart/2005/8/layout/hierarchy4"/>
    <dgm:cxn modelId="{C5B3195A-786F-47BC-B4EE-C956A2712CA3}" type="presParOf" srcId="{EE178916-F795-4961-9EB4-8EC393866EA1}" destId="{6235EC36-FBCE-42BA-BB61-778524DDD930}" srcOrd="2" destOrd="0" presId="urn:microsoft.com/office/officeart/2005/8/layout/hierarchy4"/>
    <dgm:cxn modelId="{26998F20-CE27-4BE4-8F38-E53CE35E3B73}" type="presParOf" srcId="{6235EC36-FBCE-42BA-BB61-778524DDD930}" destId="{E8FF9CFF-FD20-408A-8E59-82EA58A2110D}" srcOrd="0" destOrd="0" presId="urn:microsoft.com/office/officeart/2005/8/layout/hierarchy4"/>
    <dgm:cxn modelId="{BDA543A1-07D6-4EC8-91F4-9B80FED2CBA3}" type="presParOf" srcId="{E8FF9CFF-FD20-408A-8E59-82EA58A2110D}" destId="{CEA0BBD6-687D-4EC5-8BE4-D0F887ADDD37}" srcOrd="0" destOrd="0" presId="urn:microsoft.com/office/officeart/2005/8/layout/hierarchy4"/>
    <dgm:cxn modelId="{EC13FDF9-F9D0-4B01-8522-E7FBDFADB67B}" type="presParOf" srcId="{E8FF9CFF-FD20-408A-8E59-82EA58A2110D}" destId="{52FFDC60-5F5C-4741-8767-463E96A40AA7}" srcOrd="1" destOrd="0" presId="urn:microsoft.com/office/officeart/2005/8/layout/hierarchy4"/>
    <dgm:cxn modelId="{23A3295C-0E3B-493A-BFB5-F607C6B5703F}" type="presParOf" srcId="{E8FF9CFF-FD20-408A-8E59-82EA58A2110D}" destId="{B5D175F6-B221-4F95-AEDD-DA9E11B98580}" srcOrd="2" destOrd="0" presId="urn:microsoft.com/office/officeart/2005/8/layout/hierarchy4"/>
    <dgm:cxn modelId="{176D2259-2E5D-46C3-B40E-F4EA9AFE7401}" type="presParOf" srcId="{B5D175F6-B221-4F95-AEDD-DA9E11B98580}" destId="{EE3DAD21-2D12-4648-910E-0ABEE2FC35C9}" srcOrd="0" destOrd="0" presId="urn:microsoft.com/office/officeart/2005/8/layout/hierarchy4"/>
    <dgm:cxn modelId="{193084D0-8566-435F-A449-931AEC043112}" type="presParOf" srcId="{EE3DAD21-2D12-4648-910E-0ABEE2FC35C9}" destId="{8E1E5D58-CD44-47B2-B5A4-01EF38091FED}" srcOrd="0" destOrd="0" presId="urn:microsoft.com/office/officeart/2005/8/layout/hierarchy4"/>
    <dgm:cxn modelId="{0DABB2F1-AB11-41CC-8C45-913AC9A0DEA9}" type="presParOf" srcId="{EE3DAD21-2D12-4648-910E-0ABEE2FC35C9}" destId="{B15B170F-B245-488F-9708-E3415865FC23}" srcOrd="1" destOrd="0" presId="urn:microsoft.com/office/officeart/2005/8/layout/hierarchy4"/>
    <dgm:cxn modelId="{7709ED01-0F2B-4DD9-838B-3712954A4216}" type="presParOf" srcId="{EE3DAD21-2D12-4648-910E-0ABEE2FC35C9}" destId="{DEE05349-FD5B-4FD1-877A-EE0FD8E92FA6}" srcOrd="2" destOrd="0" presId="urn:microsoft.com/office/officeart/2005/8/layout/hierarchy4"/>
    <dgm:cxn modelId="{61A8288B-9102-496C-A015-27C488DFE859}" type="presParOf" srcId="{DEE05349-FD5B-4FD1-877A-EE0FD8E92FA6}" destId="{09EE8822-4676-4B90-80FC-C959BF5FB3B4}" srcOrd="0" destOrd="0" presId="urn:microsoft.com/office/officeart/2005/8/layout/hierarchy4"/>
    <dgm:cxn modelId="{DAA12CB3-1860-4935-8586-8C700031E581}" type="presParOf" srcId="{09EE8822-4676-4B90-80FC-C959BF5FB3B4}" destId="{7AC244A9-755D-461B-807E-95AD5797A598}" srcOrd="0" destOrd="0" presId="urn:microsoft.com/office/officeart/2005/8/layout/hierarchy4"/>
    <dgm:cxn modelId="{12285BBA-3324-41DC-AB51-06289EFDBD13}" type="presParOf" srcId="{09EE8822-4676-4B90-80FC-C959BF5FB3B4}" destId="{7799D9B8-599F-4959-B87C-F62BE9CE9065}" srcOrd="1" destOrd="0" presId="urn:microsoft.com/office/officeart/2005/8/layout/hierarchy4"/>
    <dgm:cxn modelId="{DAC3F9F2-B37E-4AE7-8BC1-3E02B8795337}" type="presParOf" srcId="{DEE05349-FD5B-4FD1-877A-EE0FD8E92FA6}" destId="{576BAB14-12BA-49F5-BE5E-B4FFC4DCC644}" srcOrd="1" destOrd="0" presId="urn:microsoft.com/office/officeart/2005/8/layout/hierarchy4"/>
    <dgm:cxn modelId="{C2B316CD-51B8-48FA-ADB9-30C52E4B47A8}" type="presParOf" srcId="{DEE05349-FD5B-4FD1-877A-EE0FD8E92FA6}" destId="{CC91AF48-B457-4A75-90DE-CB9759640626}" srcOrd="2" destOrd="0" presId="urn:microsoft.com/office/officeart/2005/8/layout/hierarchy4"/>
    <dgm:cxn modelId="{77102862-3489-4DAD-AAC0-948CEBD48549}" type="presParOf" srcId="{CC91AF48-B457-4A75-90DE-CB9759640626}" destId="{74055821-335B-4A63-80B3-7504F34CF19B}" srcOrd="0" destOrd="0" presId="urn:microsoft.com/office/officeart/2005/8/layout/hierarchy4"/>
    <dgm:cxn modelId="{3BE769B3-4C5F-4879-8E77-7A9DA9881A8A}" type="presParOf" srcId="{CC91AF48-B457-4A75-90DE-CB9759640626}" destId="{D4476E5A-75DB-49AE-9EC0-A9085FEA949F}" srcOrd="1" destOrd="0" presId="urn:microsoft.com/office/officeart/2005/8/layout/hierarchy4"/>
    <dgm:cxn modelId="{41D2F806-391F-46CB-AA2C-F2C5EF1725C9}" type="presParOf" srcId="{B5D175F6-B221-4F95-AEDD-DA9E11B98580}" destId="{0CF43C77-BD11-4619-AA22-9B7596AC5D72}" srcOrd="1" destOrd="0" presId="urn:microsoft.com/office/officeart/2005/8/layout/hierarchy4"/>
    <dgm:cxn modelId="{D83962E4-174B-4145-8F2A-FC77287BF980}" type="presParOf" srcId="{B5D175F6-B221-4F95-AEDD-DA9E11B98580}" destId="{D8B1577F-6B1E-49D6-98AD-BFD57984B905}" srcOrd="2" destOrd="0" presId="urn:microsoft.com/office/officeart/2005/8/layout/hierarchy4"/>
    <dgm:cxn modelId="{C1A02134-7DEB-4D5D-B37E-0DB23CDBF82D}" type="presParOf" srcId="{D8B1577F-6B1E-49D6-98AD-BFD57984B905}" destId="{AD95E0DD-373C-4D3F-A99F-2280C364760E}" srcOrd="0" destOrd="0" presId="urn:microsoft.com/office/officeart/2005/8/layout/hierarchy4"/>
    <dgm:cxn modelId="{379B4110-9105-434F-A54A-5C6AEAB0DA46}" type="presParOf" srcId="{D8B1577F-6B1E-49D6-98AD-BFD57984B905}" destId="{C6CE593D-0F6C-45F3-A8CE-3F371E5CD918}" srcOrd="1" destOrd="0" presId="urn:microsoft.com/office/officeart/2005/8/layout/hierarchy4"/>
    <dgm:cxn modelId="{60CC8E7E-2034-4F87-A99C-164566D37D3A}" type="presParOf" srcId="{D8B1577F-6B1E-49D6-98AD-BFD57984B905}" destId="{1A927C61-DE8B-45C8-8367-C7BC09926A39}" srcOrd="2" destOrd="0" presId="urn:microsoft.com/office/officeart/2005/8/layout/hierarchy4"/>
    <dgm:cxn modelId="{4BF1FFE8-01E6-422E-96FA-95220C0B1CA3}" type="presParOf" srcId="{1A927C61-DE8B-45C8-8367-C7BC09926A39}" destId="{6EBD3D04-AA98-4E25-A8BB-7A853B54315C}" srcOrd="0" destOrd="0" presId="urn:microsoft.com/office/officeart/2005/8/layout/hierarchy4"/>
    <dgm:cxn modelId="{D426053A-B5EB-45A8-9D31-08E1F0BE3555}" type="presParOf" srcId="{6EBD3D04-AA98-4E25-A8BB-7A853B54315C}" destId="{6CECFB43-2333-45C4-B5C4-79C127865F1B}" srcOrd="0" destOrd="0" presId="urn:microsoft.com/office/officeart/2005/8/layout/hierarchy4"/>
    <dgm:cxn modelId="{046361D6-BC37-4013-88BF-69A68A6B1739}" type="presParOf" srcId="{6EBD3D04-AA98-4E25-A8BB-7A853B54315C}" destId="{D47D4C44-9F15-4B5A-A2B6-14FCDAE840F5}" srcOrd="1" destOrd="0" presId="urn:microsoft.com/office/officeart/2005/8/layout/hierarchy4"/>
    <dgm:cxn modelId="{C8C7DDE0-7643-4BE1-A57A-18F62207F3C5}" type="presParOf" srcId="{1A927C61-DE8B-45C8-8367-C7BC09926A39}" destId="{A8C46D31-22AE-4F76-8CA4-F49FEB0A0A11}" srcOrd="1" destOrd="0" presId="urn:microsoft.com/office/officeart/2005/8/layout/hierarchy4"/>
    <dgm:cxn modelId="{144742A6-E28B-4887-8859-746E74BF6B75}" type="presParOf" srcId="{1A927C61-DE8B-45C8-8367-C7BC09926A39}" destId="{86C56E0C-9A9E-4556-9175-1987A9EC09D9}" srcOrd="2" destOrd="0" presId="urn:microsoft.com/office/officeart/2005/8/layout/hierarchy4"/>
    <dgm:cxn modelId="{D039F35A-4EBD-4E50-88BF-F68A04E8EEAA}" type="presParOf" srcId="{86C56E0C-9A9E-4556-9175-1987A9EC09D9}" destId="{56F48805-4BA3-496F-834F-1491554332B3}" srcOrd="0" destOrd="0" presId="urn:microsoft.com/office/officeart/2005/8/layout/hierarchy4"/>
    <dgm:cxn modelId="{0E8C4FAF-8B71-476F-9F7A-5B45CD178677}" type="presParOf" srcId="{86C56E0C-9A9E-4556-9175-1987A9EC09D9}" destId="{6111F48E-BB1E-468E-B825-816F16203A2A}" srcOrd="1" destOrd="0" presId="urn:microsoft.com/office/officeart/2005/8/layout/hierarchy4"/>
    <dgm:cxn modelId="{13C9863D-AC68-45D8-9D18-9B6ECCB59F66}" type="presParOf" srcId="{1A927C61-DE8B-45C8-8367-C7BC09926A39}" destId="{46B566A5-E0A9-4A45-9181-91DC93F0629B}" srcOrd="3" destOrd="0" presId="urn:microsoft.com/office/officeart/2005/8/layout/hierarchy4"/>
    <dgm:cxn modelId="{0D12A340-8D38-4E2F-8B8D-84923716B420}" type="presParOf" srcId="{1A927C61-DE8B-45C8-8367-C7BC09926A39}" destId="{F4D60949-A5F5-48E9-A5CC-417C9ABD379C}" srcOrd="4" destOrd="0" presId="urn:microsoft.com/office/officeart/2005/8/layout/hierarchy4"/>
    <dgm:cxn modelId="{1248CBEE-C7E4-422A-8A26-976B2581A244}" type="presParOf" srcId="{F4D60949-A5F5-48E9-A5CC-417C9ABD379C}" destId="{D2167AC8-1189-4FE8-B35F-3FEDE28390A7}" srcOrd="0" destOrd="0" presId="urn:microsoft.com/office/officeart/2005/8/layout/hierarchy4"/>
    <dgm:cxn modelId="{32139799-F1D5-434D-8973-F1562ADE2786}" type="presParOf" srcId="{F4D60949-A5F5-48E9-A5CC-417C9ABD379C}" destId="{B8FBEA21-BBFC-45D5-A232-0F8850629BA6}" srcOrd="1" destOrd="0" presId="urn:microsoft.com/office/officeart/2005/8/layout/hierarchy4"/>
    <dgm:cxn modelId="{58854E15-E33F-41A8-ABEA-1C2F23F8FEF9}" type="presParOf" srcId="{B5D175F6-B221-4F95-AEDD-DA9E11B98580}" destId="{FDDC5585-5D63-4CD6-9A62-B0CA35CEBB7E}" srcOrd="3" destOrd="0" presId="urn:microsoft.com/office/officeart/2005/8/layout/hierarchy4"/>
    <dgm:cxn modelId="{47EAEB38-356C-4EEC-9229-A6978EBEC599}" type="presParOf" srcId="{B5D175F6-B221-4F95-AEDD-DA9E11B98580}" destId="{9AAB0F2A-D7CF-4960-8B92-26D081AB740A}" srcOrd="4" destOrd="0" presId="urn:microsoft.com/office/officeart/2005/8/layout/hierarchy4"/>
    <dgm:cxn modelId="{72CFAA73-C731-4B8D-8DA2-EF2BC713EB2F}" type="presParOf" srcId="{9AAB0F2A-D7CF-4960-8B92-26D081AB740A}" destId="{9FEFC541-9DA9-46BB-8B8A-BE36162FDD38}" srcOrd="0" destOrd="0" presId="urn:microsoft.com/office/officeart/2005/8/layout/hierarchy4"/>
    <dgm:cxn modelId="{B41A4EFF-0ED0-429D-9798-D8EECF558307}" type="presParOf" srcId="{9AAB0F2A-D7CF-4960-8B92-26D081AB740A}" destId="{58937461-0797-4886-8C8A-B417481C13D4}" srcOrd="1" destOrd="0" presId="urn:microsoft.com/office/officeart/2005/8/layout/hierarchy4"/>
    <dgm:cxn modelId="{6542D935-E15B-4AA3-8A34-8349C2DD8AD5}" type="presParOf" srcId="{9AAB0F2A-D7CF-4960-8B92-26D081AB740A}" destId="{767DE953-DB20-44E0-BACB-54F15398179D}" srcOrd="2" destOrd="0" presId="urn:microsoft.com/office/officeart/2005/8/layout/hierarchy4"/>
    <dgm:cxn modelId="{984A7D00-1FA7-4D19-8F71-92B04B442AB9}" type="presParOf" srcId="{767DE953-DB20-44E0-BACB-54F15398179D}" destId="{768D0F47-665A-468C-B53C-9035759959E6}" srcOrd="0" destOrd="0" presId="urn:microsoft.com/office/officeart/2005/8/layout/hierarchy4"/>
    <dgm:cxn modelId="{BE76FEB1-4D0D-4D7A-BE94-48D5A7DB3969}" type="presParOf" srcId="{768D0F47-665A-468C-B53C-9035759959E6}" destId="{42F5B602-CEEE-4DD0-BC81-17B4B61B5D9B}" srcOrd="0" destOrd="0" presId="urn:microsoft.com/office/officeart/2005/8/layout/hierarchy4"/>
    <dgm:cxn modelId="{A1BECD41-EB6E-4FAC-87C0-2B6C570F7F37}" type="presParOf" srcId="{768D0F47-665A-468C-B53C-9035759959E6}" destId="{88EBE618-2100-4E32-9D79-1B824EAC7CD7}" srcOrd="1" destOrd="0" presId="urn:microsoft.com/office/officeart/2005/8/layout/hierarchy4"/>
    <dgm:cxn modelId="{1392AB19-FEEC-47E1-9EF1-B89BEE3A3CD8}" type="presParOf" srcId="{767DE953-DB20-44E0-BACB-54F15398179D}" destId="{C81B16CA-DA8E-42DD-8872-CE7546C8590B}" srcOrd="1" destOrd="0" presId="urn:microsoft.com/office/officeart/2005/8/layout/hierarchy4"/>
    <dgm:cxn modelId="{ADDB018F-6E4E-4E0D-B69E-00216332E155}" type="presParOf" srcId="{767DE953-DB20-44E0-BACB-54F15398179D}" destId="{4056AFEC-08AF-4A73-84C9-3A696D4142B3}" srcOrd="2" destOrd="0" presId="urn:microsoft.com/office/officeart/2005/8/layout/hierarchy4"/>
    <dgm:cxn modelId="{C296D7DC-3539-4A18-987A-5503885AD8C5}" type="presParOf" srcId="{4056AFEC-08AF-4A73-84C9-3A696D4142B3}" destId="{3858EDA5-5CFC-4A26-8FFE-CB6CB9207063}" srcOrd="0" destOrd="0" presId="urn:microsoft.com/office/officeart/2005/8/layout/hierarchy4"/>
    <dgm:cxn modelId="{0F3481AF-E9C9-4EAE-B7BD-DA459EE75809}" type="presParOf" srcId="{4056AFEC-08AF-4A73-84C9-3A696D4142B3}" destId="{7E373AB5-26E7-496F-B889-9782C20FDE44}" srcOrd="1" destOrd="0" presId="urn:microsoft.com/office/officeart/2005/8/layout/hierarchy4"/>
    <dgm:cxn modelId="{B8B81376-87B9-4221-9FCC-D2A7EE22D90B}" type="presParOf" srcId="{B5D175F6-B221-4F95-AEDD-DA9E11B98580}" destId="{734DDA47-ED8D-4BF1-BBFF-E01233F0699D}" srcOrd="5" destOrd="0" presId="urn:microsoft.com/office/officeart/2005/8/layout/hierarchy4"/>
    <dgm:cxn modelId="{C32CEC6B-265C-494A-9F9D-C38327D6DE13}" type="presParOf" srcId="{B5D175F6-B221-4F95-AEDD-DA9E11B98580}" destId="{6EF8A418-AC5B-4CCC-BECE-F929A8642907}" srcOrd="6" destOrd="0" presId="urn:microsoft.com/office/officeart/2005/8/layout/hierarchy4"/>
    <dgm:cxn modelId="{E3109E1B-9BAE-494F-8571-2038D0ED49C5}" type="presParOf" srcId="{6EF8A418-AC5B-4CCC-BECE-F929A8642907}" destId="{7D6C3B5F-7637-4DBF-83DB-8E74110312C0}" srcOrd="0" destOrd="0" presId="urn:microsoft.com/office/officeart/2005/8/layout/hierarchy4"/>
    <dgm:cxn modelId="{77C6D207-651B-4A0B-B9B9-1E987A99D8D2}" type="presParOf" srcId="{6EF8A418-AC5B-4CCC-BECE-F929A8642907}" destId="{15D23873-02A8-4991-8B57-072B017FC79D}" srcOrd="1" destOrd="0" presId="urn:microsoft.com/office/officeart/2005/8/layout/hierarchy4"/>
    <dgm:cxn modelId="{73F54267-9056-44C0-8F1A-A5D3E8D8ACF4}" type="presParOf" srcId="{6EF8A418-AC5B-4CCC-BECE-F929A8642907}" destId="{964C6DDB-0E8B-4D59-9AF7-4115B20BAF0D}" srcOrd="2" destOrd="0" presId="urn:microsoft.com/office/officeart/2005/8/layout/hierarchy4"/>
    <dgm:cxn modelId="{8A1242A8-D083-4016-B7C3-690D4415ACCC}" type="presParOf" srcId="{964C6DDB-0E8B-4D59-9AF7-4115B20BAF0D}" destId="{7EFF053B-1F77-4453-A816-3007749FB38D}" srcOrd="0" destOrd="0" presId="urn:microsoft.com/office/officeart/2005/8/layout/hierarchy4"/>
    <dgm:cxn modelId="{68AB0633-F230-4402-809D-DD02115FFA5C}" type="presParOf" srcId="{7EFF053B-1F77-4453-A816-3007749FB38D}" destId="{CA481B09-F5DF-450F-8DC6-EA944E6432BE}" srcOrd="0" destOrd="0" presId="urn:microsoft.com/office/officeart/2005/8/layout/hierarchy4"/>
    <dgm:cxn modelId="{52C8C1D0-3B7F-4C9E-8215-4EDA21423468}" type="presParOf" srcId="{7EFF053B-1F77-4453-A816-3007749FB38D}" destId="{1CADDC8E-0549-49B9-A9F7-DB4A7DE3FC61}" srcOrd="1" destOrd="0" presId="urn:microsoft.com/office/officeart/2005/8/layout/hierarchy4"/>
    <dgm:cxn modelId="{B3E6C25D-2F43-4DEC-856E-56CC947D0098}" type="presParOf" srcId="{964C6DDB-0E8B-4D59-9AF7-4115B20BAF0D}" destId="{552DD8BC-E56C-47F2-BAC0-3ABD33F75D23}" srcOrd="1" destOrd="0" presId="urn:microsoft.com/office/officeart/2005/8/layout/hierarchy4"/>
    <dgm:cxn modelId="{63D9D34F-EBFC-473B-8B00-B5C92A383EF4}" type="presParOf" srcId="{964C6DDB-0E8B-4D59-9AF7-4115B20BAF0D}" destId="{97BB2D28-3CF0-4EDE-BCFF-14DCAC75E9B0}" srcOrd="2" destOrd="0" presId="urn:microsoft.com/office/officeart/2005/8/layout/hierarchy4"/>
    <dgm:cxn modelId="{9B8B56C5-7E4E-42D5-A30E-8ECE6ACC75AF}" type="presParOf" srcId="{97BB2D28-3CF0-4EDE-BCFF-14DCAC75E9B0}" destId="{47F57E6B-0A12-4A6A-BC5D-EDFE79F4894A}" srcOrd="0" destOrd="0" presId="urn:microsoft.com/office/officeart/2005/8/layout/hierarchy4"/>
    <dgm:cxn modelId="{234794B2-7A64-409D-A2DC-4D7ADC051366}" type="presParOf" srcId="{97BB2D28-3CF0-4EDE-BCFF-14DCAC75E9B0}" destId="{3A937350-4EB8-4038-A3A9-273AF20DBCF7}" srcOrd="1" destOrd="0" presId="urn:microsoft.com/office/officeart/2005/8/layout/hierarchy4"/>
    <dgm:cxn modelId="{5DE604F5-6B28-49E5-812D-9E6728B0D9C2}" type="presParOf" srcId="{6235EC36-FBCE-42BA-BB61-778524DDD930}" destId="{E3E71D29-86B5-4DC7-902C-EFC4B07F6013}" srcOrd="1" destOrd="0" presId="urn:microsoft.com/office/officeart/2005/8/layout/hierarchy4"/>
    <dgm:cxn modelId="{24EDC27E-9553-4F51-BEEA-7873D56D0E07}" type="presParOf" srcId="{6235EC36-FBCE-42BA-BB61-778524DDD930}" destId="{F3F453CB-794C-4028-968F-C1FB879D59EF}" srcOrd="2" destOrd="0" presId="urn:microsoft.com/office/officeart/2005/8/layout/hierarchy4"/>
    <dgm:cxn modelId="{6CE96D80-DA05-418C-9C77-9E7B4B240662}" type="presParOf" srcId="{F3F453CB-794C-4028-968F-C1FB879D59EF}" destId="{B5C13ECC-8295-40AA-9B91-F4479E4CFE20}" srcOrd="0" destOrd="0" presId="urn:microsoft.com/office/officeart/2005/8/layout/hierarchy4"/>
    <dgm:cxn modelId="{3F48BD66-A9C7-4D75-9CBF-1648B2CF5F12}" type="presParOf" srcId="{F3F453CB-794C-4028-968F-C1FB879D59EF}" destId="{6A928CBB-0CB7-4B3E-881A-E441D78CBCD6}" srcOrd="1" destOrd="0" presId="urn:microsoft.com/office/officeart/2005/8/layout/hierarchy4"/>
    <dgm:cxn modelId="{0262347E-8974-45B7-B6CF-A8BB2149D215}" type="presParOf" srcId="{F3F453CB-794C-4028-968F-C1FB879D59EF}" destId="{67E51D1C-05BF-48FF-BAA5-681A76909B99}" srcOrd="2" destOrd="0" presId="urn:microsoft.com/office/officeart/2005/8/layout/hierarchy4"/>
    <dgm:cxn modelId="{F7C4A66C-9FC8-4F4E-A87A-A0ABC7A44A0B}" type="presParOf" srcId="{67E51D1C-05BF-48FF-BAA5-681A76909B99}" destId="{F01FA684-BE55-4606-8AE9-10C63AE2EC06}" srcOrd="0" destOrd="0" presId="urn:microsoft.com/office/officeart/2005/8/layout/hierarchy4"/>
    <dgm:cxn modelId="{B8DDE939-BA12-43D5-A76B-B3ABD57B649F}" type="presParOf" srcId="{F01FA684-BE55-4606-8AE9-10C63AE2EC06}" destId="{F5F8A592-2756-4A9D-BDBB-924603DCA8FE}" srcOrd="0" destOrd="0" presId="urn:microsoft.com/office/officeart/2005/8/layout/hierarchy4"/>
    <dgm:cxn modelId="{D24A1BF2-C103-46B1-A5C8-037225E7B72B}" type="presParOf" srcId="{F01FA684-BE55-4606-8AE9-10C63AE2EC06}" destId="{1595F978-573C-4974-96B5-BF37DC247ED2}" srcOrd="1" destOrd="0" presId="urn:microsoft.com/office/officeart/2005/8/layout/hierarchy4"/>
    <dgm:cxn modelId="{0941E615-8E6B-4711-8784-D9E21D9CABC2}" type="presParOf" srcId="{F01FA684-BE55-4606-8AE9-10C63AE2EC06}" destId="{4658A97E-8402-4E5A-B1E2-323A1E02E3FC}" srcOrd="2" destOrd="0" presId="urn:microsoft.com/office/officeart/2005/8/layout/hierarchy4"/>
    <dgm:cxn modelId="{DA3746A4-257C-46A8-A2F1-810ECD55FC7B}" type="presParOf" srcId="{4658A97E-8402-4E5A-B1E2-323A1E02E3FC}" destId="{1E727900-FF09-456F-A719-8C6B6620FC69}" srcOrd="0" destOrd="0" presId="urn:microsoft.com/office/officeart/2005/8/layout/hierarchy4"/>
    <dgm:cxn modelId="{E90E66CF-0E4A-48FF-A76A-920064B7279C}" type="presParOf" srcId="{1E727900-FF09-456F-A719-8C6B6620FC69}" destId="{C92BC9FF-30B8-47B6-A670-47F7CED30E7C}" srcOrd="0" destOrd="0" presId="urn:microsoft.com/office/officeart/2005/8/layout/hierarchy4"/>
    <dgm:cxn modelId="{0FEA6711-A026-40D6-B06C-78FDF81D8094}" type="presParOf" srcId="{1E727900-FF09-456F-A719-8C6B6620FC69}" destId="{01B5E6BB-7927-4B11-93EB-D466B3F78463}" srcOrd="1" destOrd="0" presId="urn:microsoft.com/office/officeart/2005/8/layout/hierarchy4"/>
    <dgm:cxn modelId="{D88A55E5-CF4E-4A6C-9B24-D7C32D4F9EBF}" type="presParOf" srcId="{4658A97E-8402-4E5A-B1E2-323A1E02E3FC}" destId="{AAB7ACB7-19DA-4120-B071-19A0E6F8E13C}" srcOrd="1" destOrd="0" presId="urn:microsoft.com/office/officeart/2005/8/layout/hierarchy4"/>
    <dgm:cxn modelId="{CB5BD5CF-DEFF-4BA2-BA09-890841F98FE7}" type="presParOf" srcId="{4658A97E-8402-4E5A-B1E2-323A1E02E3FC}" destId="{E128C312-7E4D-447A-90C3-F19432E10EF7}" srcOrd="2" destOrd="0" presId="urn:microsoft.com/office/officeart/2005/8/layout/hierarchy4"/>
    <dgm:cxn modelId="{B730CF98-3745-4B64-9B39-97F924EED980}" type="presParOf" srcId="{E128C312-7E4D-447A-90C3-F19432E10EF7}" destId="{BB0B5FA3-9149-42FD-9694-21B9EF31359C}" srcOrd="0" destOrd="0" presId="urn:microsoft.com/office/officeart/2005/8/layout/hierarchy4"/>
    <dgm:cxn modelId="{629ED3A4-7EB0-4AF2-9FDB-D5FA3F7DE3D4}" type="presParOf" srcId="{E128C312-7E4D-447A-90C3-F19432E10EF7}" destId="{63AD5469-BC9F-4599-AB5C-72A3FD892CB0}" srcOrd="1" destOrd="0" presId="urn:microsoft.com/office/officeart/2005/8/layout/hierarchy4"/>
    <dgm:cxn modelId="{BC9C0002-A444-4849-A848-2B69E4B4C28F}" type="presParOf" srcId="{67E51D1C-05BF-48FF-BAA5-681A76909B99}" destId="{75585E21-0FFD-4298-B267-CCCB5E6D50EA}" srcOrd="1" destOrd="0" presId="urn:microsoft.com/office/officeart/2005/8/layout/hierarchy4"/>
    <dgm:cxn modelId="{E3187F4D-42A1-45C9-B095-6E88A132C92F}" type="presParOf" srcId="{67E51D1C-05BF-48FF-BAA5-681A76909B99}" destId="{E6169F03-E1B5-438B-BD30-5A2D315BF326}" srcOrd="2" destOrd="0" presId="urn:microsoft.com/office/officeart/2005/8/layout/hierarchy4"/>
    <dgm:cxn modelId="{0E1E6E81-97E5-4D88-A5FD-69351EE080D1}" type="presParOf" srcId="{E6169F03-E1B5-438B-BD30-5A2D315BF326}" destId="{A4318EDB-75C0-4AA7-BC6F-DC68AC1899EF}" srcOrd="0" destOrd="0" presId="urn:microsoft.com/office/officeart/2005/8/layout/hierarchy4"/>
    <dgm:cxn modelId="{C4E3C1D2-DA00-4DD0-A1E9-4F976F06EDDE}" type="presParOf" srcId="{E6169F03-E1B5-438B-BD30-5A2D315BF326}" destId="{A8F79DE3-8CB4-4172-8EA8-998182E956EF}" srcOrd="1" destOrd="0" presId="urn:microsoft.com/office/officeart/2005/8/layout/hierarchy4"/>
    <dgm:cxn modelId="{CEAFAFBC-7DF8-47D3-81FB-106C1E3C6ADE}" type="presParOf" srcId="{E6169F03-E1B5-438B-BD30-5A2D315BF326}" destId="{41E6E9F0-FE91-4A32-81E3-ABF7559D7C5B}" srcOrd="2" destOrd="0" presId="urn:microsoft.com/office/officeart/2005/8/layout/hierarchy4"/>
    <dgm:cxn modelId="{2A9FF775-2ACA-4DBB-8CD5-476E464C9063}" type="presParOf" srcId="{41E6E9F0-FE91-4A32-81E3-ABF7559D7C5B}" destId="{BA4A22DC-C6F8-45FD-BD57-B2B950AE6C4C}" srcOrd="0" destOrd="0" presId="urn:microsoft.com/office/officeart/2005/8/layout/hierarchy4"/>
    <dgm:cxn modelId="{0FA30E2A-B0AC-406F-9667-9CE26318C03E}" type="presParOf" srcId="{BA4A22DC-C6F8-45FD-BD57-B2B950AE6C4C}" destId="{B7856494-62FF-4BCB-9F73-2A81668B1B2F}" srcOrd="0" destOrd="0" presId="urn:microsoft.com/office/officeart/2005/8/layout/hierarchy4"/>
    <dgm:cxn modelId="{B128121F-BDAF-4339-8947-CA284D168621}" type="presParOf" srcId="{BA4A22DC-C6F8-45FD-BD57-B2B950AE6C4C}" destId="{4F627D7B-21E4-48F6-9B02-78756484B647}" srcOrd="1" destOrd="0" presId="urn:microsoft.com/office/officeart/2005/8/layout/hierarchy4"/>
    <dgm:cxn modelId="{82EF7BDC-7297-4EA1-AC86-67593E50A6CC}" type="presParOf" srcId="{41E6E9F0-FE91-4A32-81E3-ABF7559D7C5B}" destId="{38D4950F-272B-467D-AF3A-9D5CDC8CF9BD}" srcOrd="1" destOrd="0" presId="urn:microsoft.com/office/officeart/2005/8/layout/hierarchy4"/>
    <dgm:cxn modelId="{7AE2F23F-D0D2-4D90-8012-3A2AD187702A}" type="presParOf" srcId="{41E6E9F0-FE91-4A32-81E3-ABF7559D7C5B}" destId="{6C8AB63E-38DF-418D-868F-DA35AAF810DE}" srcOrd="2" destOrd="0" presId="urn:microsoft.com/office/officeart/2005/8/layout/hierarchy4"/>
    <dgm:cxn modelId="{12293320-BBEA-4206-9B6D-D272B71D62EA}" type="presParOf" srcId="{6C8AB63E-38DF-418D-868F-DA35AAF810DE}" destId="{E0F3583D-6BAF-476D-A73A-ED7B18D73F54}" srcOrd="0" destOrd="0" presId="urn:microsoft.com/office/officeart/2005/8/layout/hierarchy4"/>
    <dgm:cxn modelId="{5529A3B9-1ABC-4994-81FE-92CCEEB16302}" type="presParOf" srcId="{6C8AB63E-38DF-418D-868F-DA35AAF810DE}" destId="{21B6E943-6D50-4ADA-932D-B4BBC314A890}" srcOrd="1" destOrd="0" presId="urn:microsoft.com/office/officeart/2005/8/layout/hierarchy4"/>
    <dgm:cxn modelId="{B982508F-5A12-4320-8567-A1172A971D89}" type="presParOf" srcId="{41E6E9F0-FE91-4A32-81E3-ABF7559D7C5B}" destId="{2FA9DFF8-4068-4A85-9E59-91081FCFD169}" srcOrd="3" destOrd="0" presId="urn:microsoft.com/office/officeart/2005/8/layout/hierarchy4"/>
    <dgm:cxn modelId="{DA1F7B71-1F5B-49F8-BE0C-6ECBD9C23C9B}" type="presParOf" srcId="{41E6E9F0-FE91-4A32-81E3-ABF7559D7C5B}" destId="{BD25C51E-EBC1-4292-A903-6CFE35D21930}" srcOrd="4" destOrd="0" presId="urn:microsoft.com/office/officeart/2005/8/layout/hierarchy4"/>
    <dgm:cxn modelId="{3C09B9D2-63D6-4A99-8AC3-647AC74CB13E}" type="presParOf" srcId="{BD25C51E-EBC1-4292-A903-6CFE35D21930}" destId="{3DA3D45D-A4A6-457E-8FC1-F1B3FB1817B6}" srcOrd="0" destOrd="0" presId="urn:microsoft.com/office/officeart/2005/8/layout/hierarchy4"/>
    <dgm:cxn modelId="{35B19711-3BD2-451B-8012-243194960F9B}" type="presParOf" srcId="{BD25C51E-EBC1-4292-A903-6CFE35D21930}" destId="{B5CC59B7-9388-4D09-8B68-471A9BE05377}" srcOrd="1" destOrd="0" presId="urn:microsoft.com/office/officeart/2005/8/layout/hierarchy4"/>
    <dgm:cxn modelId="{F012E787-9BFF-4341-89B2-923AF0AFFCC1}" type="presParOf" srcId="{67E51D1C-05BF-48FF-BAA5-681A76909B99}" destId="{DABE7438-2FC6-4B7A-AEC6-432EDE6960CF}" srcOrd="3" destOrd="0" presId="urn:microsoft.com/office/officeart/2005/8/layout/hierarchy4"/>
    <dgm:cxn modelId="{C5A63617-95B0-40B6-8175-47EF359EBBE8}" type="presParOf" srcId="{67E51D1C-05BF-48FF-BAA5-681A76909B99}" destId="{B15AE38C-C487-44AA-A45E-DEC9AFD17036}" srcOrd="4" destOrd="0" presId="urn:microsoft.com/office/officeart/2005/8/layout/hierarchy4"/>
    <dgm:cxn modelId="{C767FE86-260F-4B8B-9435-13AEEC6699A9}" type="presParOf" srcId="{B15AE38C-C487-44AA-A45E-DEC9AFD17036}" destId="{DA687144-C051-4472-9C1E-CBF318A3F699}" srcOrd="0" destOrd="0" presId="urn:microsoft.com/office/officeart/2005/8/layout/hierarchy4"/>
    <dgm:cxn modelId="{75311292-E5B1-4267-B502-CF896B4733BA}" type="presParOf" srcId="{B15AE38C-C487-44AA-A45E-DEC9AFD17036}" destId="{D6484663-30B6-4EFB-8D12-614CE97D537A}" srcOrd="1" destOrd="0" presId="urn:microsoft.com/office/officeart/2005/8/layout/hierarchy4"/>
    <dgm:cxn modelId="{3BAFE598-D412-4A0F-B7A7-C68E7DD39D39}" type="presParOf" srcId="{B15AE38C-C487-44AA-A45E-DEC9AFD17036}" destId="{2FE1A3C6-DA9C-4775-AA9E-FA3978B1423B}" srcOrd="2" destOrd="0" presId="urn:microsoft.com/office/officeart/2005/8/layout/hierarchy4"/>
    <dgm:cxn modelId="{46503BD2-9A43-409A-9CB8-1CEF9CFCCBE3}" type="presParOf" srcId="{2FE1A3C6-DA9C-4775-AA9E-FA3978B1423B}" destId="{F6000577-D883-46A7-B887-FBCF6D979743}" srcOrd="0" destOrd="0" presId="urn:microsoft.com/office/officeart/2005/8/layout/hierarchy4"/>
    <dgm:cxn modelId="{A8B5383D-7480-4A48-98CD-7E3C44ABDCF7}" type="presParOf" srcId="{F6000577-D883-46A7-B887-FBCF6D979743}" destId="{B169B4A0-8979-4936-A56F-6FBEEC774E22}" srcOrd="0" destOrd="0" presId="urn:microsoft.com/office/officeart/2005/8/layout/hierarchy4"/>
    <dgm:cxn modelId="{6A114732-84BC-4E05-B3C9-85E2AB10905C}" type="presParOf" srcId="{F6000577-D883-46A7-B887-FBCF6D979743}" destId="{0F177EC8-A0CD-4AF0-B4BF-419E2E168790}" srcOrd="1" destOrd="0" presId="urn:microsoft.com/office/officeart/2005/8/layout/hierarchy4"/>
    <dgm:cxn modelId="{66AC6A93-1AC2-40FC-8B04-CF6750FBFB93}" type="presParOf" srcId="{2FE1A3C6-DA9C-4775-AA9E-FA3978B1423B}" destId="{0E98CF1F-CE27-4D25-BA46-3B18E0F1100B}" srcOrd="1" destOrd="0" presId="urn:microsoft.com/office/officeart/2005/8/layout/hierarchy4"/>
    <dgm:cxn modelId="{7D1A9BD9-3C8B-46EA-AF1D-AE54BA83261A}" type="presParOf" srcId="{2FE1A3C6-DA9C-4775-AA9E-FA3978B1423B}" destId="{0DC49443-F150-4BFC-A976-A34BF112B8FE}" srcOrd="2" destOrd="0" presId="urn:microsoft.com/office/officeart/2005/8/layout/hierarchy4"/>
    <dgm:cxn modelId="{F2EE6760-AD41-4E56-9DA2-4806E9FE9E77}" type="presParOf" srcId="{0DC49443-F150-4BFC-A976-A34BF112B8FE}" destId="{6525000C-FD69-44F5-9CA5-83CDF276A2B6}" srcOrd="0" destOrd="0" presId="urn:microsoft.com/office/officeart/2005/8/layout/hierarchy4"/>
    <dgm:cxn modelId="{567F02BC-0B6B-4C97-BF09-9008AB0ADB19}" type="presParOf" srcId="{0DC49443-F150-4BFC-A976-A34BF112B8FE}" destId="{9D6974ED-BAD8-412F-9091-081A3FAD3A76}" srcOrd="1" destOrd="0" presId="urn:microsoft.com/office/officeart/2005/8/layout/hierarchy4"/>
    <dgm:cxn modelId="{DB940D56-30DD-40EA-96E6-763151D75B9F}" type="presParOf" srcId="{2FE1A3C6-DA9C-4775-AA9E-FA3978B1423B}" destId="{468E3850-AB46-457C-81EB-BFBDEE048C07}" srcOrd="3" destOrd="0" presId="urn:microsoft.com/office/officeart/2005/8/layout/hierarchy4"/>
    <dgm:cxn modelId="{90E7E638-AE9E-4307-8B69-1563252160E3}" type="presParOf" srcId="{2FE1A3C6-DA9C-4775-AA9E-FA3978B1423B}" destId="{D46A66A3-C090-49C7-83BB-A4DADE23F7A6}" srcOrd="4" destOrd="0" presId="urn:microsoft.com/office/officeart/2005/8/layout/hierarchy4"/>
    <dgm:cxn modelId="{EEFCDBE6-CC3E-4FBB-B2BA-793FE6BEE0DD}" type="presParOf" srcId="{D46A66A3-C090-49C7-83BB-A4DADE23F7A6}" destId="{055D9851-FCC4-4DB4-80AC-7D4A580F23DE}" srcOrd="0" destOrd="0" presId="urn:microsoft.com/office/officeart/2005/8/layout/hierarchy4"/>
    <dgm:cxn modelId="{F75052AA-FD35-41BC-B47C-B8A5EC56B797}" type="presParOf" srcId="{D46A66A3-C090-49C7-83BB-A4DADE23F7A6}" destId="{5BB97A5F-B78D-41B0-AD7B-83423D417EE4}" srcOrd="1" destOrd="0" presId="urn:microsoft.com/office/officeart/2005/8/layout/hierarchy4"/>
    <dgm:cxn modelId="{E8C4514C-1661-4A0A-8F81-15CC25E4C486}" type="presParOf" srcId="{2FE1A3C6-DA9C-4775-AA9E-FA3978B1423B}" destId="{5BD0EAD9-48E4-4D95-9151-957DA0B2671E}" srcOrd="5" destOrd="0" presId="urn:microsoft.com/office/officeart/2005/8/layout/hierarchy4"/>
    <dgm:cxn modelId="{4A102BA1-1953-4794-B2C1-7781EDF01DC7}" type="presParOf" srcId="{2FE1A3C6-DA9C-4775-AA9E-FA3978B1423B}" destId="{96847E98-5978-4154-BEF7-E98CAF401DB0}" srcOrd="6" destOrd="0" presId="urn:microsoft.com/office/officeart/2005/8/layout/hierarchy4"/>
    <dgm:cxn modelId="{4D54C7DC-BA1A-4B63-A8A9-7A17A8CFDDE9}" type="presParOf" srcId="{96847E98-5978-4154-BEF7-E98CAF401DB0}" destId="{CDFFB4E1-1FB5-49C4-9B25-39FF1BF2A54E}" srcOrd="0" destOrd="0" presId="urn:microsoft.com/office/officeart/2005/8/layout/hierarchy4"/>
    <dgm:cxn modelId="{FF80E7FC-C3E1-481D-97D0-25A7421FCEBA}" type="presParOf" srcId="{96847E98-5978-4154-BEF7-E98CAF401DB0}" destId="{F251F12C-4F56-4D79-9BDF-285C28643B73}" srcOrd="1" destOrd="0" presId="urn:microsoft.com/office/officeart/2005/8/layout/hierarchy4"/>
    <dgm:cxn modelId="{DD13C6BF-1C60-4EEA-B3B2-4DAB0887A984}" type="presParOf" srcId="{2FE1A3C6-DA9C-4775-AA9E-FA3978B1423B}" destId="{C54B89F6-6BC8-4174-8FD5-D61A4EE74F29}" srcOrd="7" destOrd="0" presId="urn:microsoft.com/office/officeart/2005/8/layout/hierarchy4"/>
    <dgm:cxn modelId="{1A7F6D0A-3413-4DAA-9611-4CB33D7CA421}" type="presParOf" srcId="{2FE1A3C6-DA9C-4775-AA9E-FA3978B1423B}" destId="{20F39526-3B29-4495-9E11-923AB1BA9A05}" srcOrd="8" destOrd="0" presId="urn:microsoft.com/office/officeart/2005/8/layout/hierarchy4"/>
    <dgm:cxn modelId="{3FE1BA15-6760-4B38-8443-CA800160E363}" type="presParOf" srcId="{20F39526-3B29-4495-9E11-923AB1BA9A05}" destId="{922D626B-83AA-4BDE-8F5E-FD633CAC21E8}" srcOrd="0" destOrd="0" presId="urn:microsoft.com/office/officeart/2005/8/layout/hierarchy4"/>
    <dgm:cxn modelId="{CC55DE28-FA40-4927-8AE8-6F176331B73B}" type="presParOf" srcId="{20F39526-3B29-4495-9E11-923AB1BA9A05}" destId="{F30868E6-FCA5-418D-9C9F-1F645C349FBA}" srcOrd="1" destOrd="0" presId="urn:microsoft.com/office/officeart/2005/8/layout/hierarchy4"/>
    <dgm:cxn modelId="{7732EFEF-B166-4A5B-8AB0-5B982173B10E}" type="presParOf" srcId="{2FE1A3C6-DA9C-4775-AA9E-FA3978B1423B}" destId="{9E3D513F-29B2-4D17-8BE7-F9F22A8DAD2A}" srcOrd="9" destOrd="0" presId="urn:microsoft.com/office/officeart/2005/8/layout/hierarchy4"/>
    <dgm:cxn modelId="{69D12D93-699C-484F-AD93-6658151BF537}" type="presParOf" srcId="{2FE1A3C6-DA9C-4775-AA9E-FA3978B1423B}" destId="{13D4DD87-D256-4817-9F2A-DAA3A79504BD}" srcOrd="10" destOrd="0" presId="urn:microsoft.com/office/officeart/2005/8/layout/hierarchy4"/>
    <dgm:cxn modelId="{0D657706-9EB2-4741-B730-DB26A8EDEAF3}" type="presParOf" srcId="{13D4DD87-D256-4817-9F2A-DAA3A79504BD}" destId="{CA11F96D-AF25-4BDD-A5B5-DFAE369719F6}" srcOrd="0" destOrd="0" presId="urn:microsoft.com/office/officeart/2005/8/layout/hierarchy4"/>
    <dgm:cxn modelId="{8457B97C-E332-4E61-A912-E83DA3E10960}" type="presParOf" srcId="{13D4DD87-D256-4817-9F2A-DAA3A79504BD}" destId="{59E3AB9A-9503-4C7C-97BE-FEE2768F7B8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79DC43-C013-48FE-A754-B81F9EF6573C}" type="doc">
      <dgm:prSet loTypeId="urn:microsoft.com/office/officeart/2005/8/layout/funnel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A99270F-FD39-4259-A53C-9FCB1D0C3BF5}">
      <dgm:prSet phldrT="[文本]"/>
      <dgm:spPr/>
      <dgm:t>
        <a:bodyPr/>
        <a:lstStyle/>
        <a:p>
          <a:r>
            <a:rPr lang="zh-CN" altLang="en-US" dirty="0" smtClean="0"/>
            <a:t>程序代码</a:t>
          </a:r>
          <a:endParaRPr lang="zh-CN" altLang="en-US" dirty="0"/>
        </a:p>
      </dgm:t>
    </dgm:pt>
    <dgm:pt modelId="{083D038B-F642-4BBA-A69A-11B7FCA258F4}" type="parTrans" cxnId="{F80025B6-9125-483D-B9B0-23C8EC5EBD6D}">
      <dgm:prSet/>
      <dgm:spPr/>
      <dgm:t>
        <a:bodyPr/>
        <a:lstStyle/>
        <a:p>
          <a:endParaRPr lang="zh-CN" altLang="en-US"/>
        </a:p>
      </dgm:t>
    </dgm:pt>
    <dgm:pt modelId="{4144DD05-A42E-4AEB-BE47-DA2F72577F3B}" type="sibTrans" cxnId="{F80025B6-9125-483D-B9B0-23C8EC5EBD6D}">
      <dgm:prSet/>
      <dgm:spPr/>
      <dgm:t>
        <a:bodyPr/>
        <a:lstStyle/>
        <a:p>
          <a:endParaRPr lang="zh-CN" altLang="en-US"/>
        </a:p>
      </dgm:t>
    </dgm:pt>
    <dgm:pt modelId="{E7AC218E-638E-474C-9CA7-C415413C7E63}">
      <dgm:prSet phldrT="[文本]"/>
      <dgm:spPr/>
      <dgm:t>
        <a:bodyPr/>
        <a:lstStyle/>
        <a:p>
          <a:r>
            <a:rPr lang="zh-CN" altLang="en-US" dirty="0" smtClean="0"/>
            <a:t>美术资源</a:t>
          </a:r>
          <a:endParaRPr lang="zh-CN" altLang="en-US" dirty="0"/>
        </a:p>
      </dgm:t>
    </dgm:pt>
    <dgm:pt modelId="{7554950A-E9FF-4DA0-A4B0-642713818C8E}" type="parTrans" cxnId="{38D0E7AB-EF42-4B1F-91F5-F2B57ABB4E28}">
      <dgm:prSet/>
      <dgm:spPr/>
      <dgm:t>
        <a:bodyPr/>
        <a:lstStyle/>
        <a:p>
          <a:endParaRPr lang="zh-CN" altLang="en-US"/>
        </a:p>
      </dgm:t>
    </dgm:pt>
    <dgm:pt modelId="{2C4B5F50-1937-4AC9-82C2-1FE116796D67}" type="sibTrans" cxnId="{38D0E7AB-EF42-4B1F-91F5-F2B57ABB4E28}">
      <dgm:prSet/>
      <dgm:spPr/>
      <dgm:t>
        <a:bodyPr/>
        <a:lstStyle/>
        <a:p>
          <a:endParaRPr lang="zh-CN" altLang="en-US"/>
        </a:p>
      </dgm:t>
    </dgm:pt>
    <dgm:pt modelId="{43F1B5C2-87A9-481B-AC79-393A6EE8EE85}">
      <dgm:prSet phldrT="[文本]"/>
      <dgm:spPr/>
      <dgm:t>
        <a:bodyPr/>
        <a:lstStyle/>
        <a:p>
          <a:r>
            <a:rPr lang="zh-CN" altLang="en-US" dirty="0" smtClean="0"/>
            <a:t>策划配置</a:t>
          </a:r>
          <a:endParaRPr lang="zh-CN" altLang="en-US" dirty="0"/>
        </a:p>
      </dgm:t>
    </dgm:pt>
    <dgm:pt modelId="{5E7A79AF-9A41-45E6-B999-801A14645AC2}" type="parTrans" cxnId="{6265CF36-7343-4CB9-90E6-52BBC75EB60F}">
      <dgm:prSet/>
      <dgm:spPr/>
      <dgm:t>
        <a:bodyPr/>
        <a:lstStyle/>
        <a:p>
          <a:endParaRPr lang="zh-CN" altLang="en-US"/>
        </a:p>
      </dgm:t>
    </dgm:pt>
    <dgm:pt modelId="{222A2325-EC94-4C50-89AB-1B8258B3B672}" type="sibTrans" cxnId="{6265CF36-7343-4CB9-90E6-52BBC75EB60F}">
      <dgm:prSet/>
      <dgm:spPr/>
      <dgm:t>
        <a:bodyPr/>
        <a:lstStyle/>
        <a:p>
          <a:endParaRPr lang="zh-CN" altLang="en-US"/>
        </a:p>
      </dgm:t>
    </dgm:pt>
    <dgm:pt modelId="{444A1A14-08A1-42E4-9606-F6623096BAE7}">
      <dgm:prSet phldrT="[文本]" phldr="1"/>
      <dgm:spPr/>
      <dgm:t>
        <a:bodyPr/>
        <a:lstStyle/>
        <a:p>
          <a:endParaRPr lang="zh-CN" altLang="en-US" dirty="0"/>
        </a:p>
      </dgm:t>
    </dgm:pt>
    <dgm:pt modelId="{29464672-53F4-4A69-A36E-69BD8CF30029}" type="sibTrans" cxnId="{C20F23F3-2ADF-4A94-9547-A9A17FDE209A}">
      <dgm:prSet/>
      <dgm:spPr/>
      <dgm:t>
        <a:bodyPr/>
        <a:lstStyle/>
        <a:p>
          <a:endParaRPr lang="zh-CN" altLang="en-US"/>
        </a:p>
      </dgm:t>
    </dgm:pt>
    <dgm:pt modelId="{91BABF2D-D043-404F-AF32-E545B3CEC0C8}" type="parTrans" cxnId="{C20F23F3-2ADF-4A94-9547-A9A17FDE209A}">
      <dgm:prSet/>
      <dgm:spPr/>
      <dgm:t>
        <a:bodyPr/>
        <a:lstStyle/>
        <a:p>
          <a:endParaRPr lang="zh-CN" altLang="en-US"/>
        </a:p>
      </dgm:t>
    </dgm:pt>
    <dgm:pt modelId="{E6E994F7-970E-4071-8AF8-2E9F62BAB690}" type="pres">
      <dgm:prSet presAssocID="{1A79DC43-C013-48FE-A754-B81F9EF6573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33599BF-1FE2-4F4C-A180-CF25C9745C21}" type="pres">
      <dgm:prSet presAssocID="{1A79DC43-C013-48FE-A754-B81F9EF6573C}" presName="ellipse" presStyleLbl="trBgShp" presStyleIdx="0" presStyleCnt="1" custLinFactNeighborX="443" custLinFactNeighborY="-8724"/>
      <dgm:spPr/>
    </dgm:pt>
    <dgm:pt modelId="{BA4EB134-3249-42E5-A313-4A19A6784160}" type="pres">
      <dgm:prSet presAssocID="{1A79DC43-C013-48FE-A754-B81F9EF6573C}" presName="arrow1" presStyleLbl="fgShp" presStyleIdx="0" presStyleCnt="1"/>
      <dgm:spPr/>
      <dgm:t>
        <a:bodyPr/>
        <a:lstStyle/>
        <a:p>
          <a:endParaRPr lang="zh-CN" altLang="en-US"/>
        </a:p>
      </dgm:t>
    </dgm:pt>
    <dgm:pt modelId="{90A38C0F-A7D2-4856-B9F1-F5A61854DCDB}" type="pres">
      <dgm:prSet presAssocID="{1A79DC43-C013-48FE-A754-B81F9EF6573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388C506-0AC7-48D0-9E3F-38F209FB3D8E}" type="pres">
      <dgm:prSet presAssocID="{E7AC218E-638E-474C-9CA7-C415413C7E63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4C7F7ED-1D75-4D37-B136-4E4295921FA0}" type="pres">
      <dgm:prSet presAssocID="{43F1B5C2-87A9-481B-AC79-393A6EE8EE85}" presName="item2" presStyleLbl="node1" presStyleIdx="1" presStyleCnt="3" custLinFactNeighborX="-4959" custLinFactNeighborY="-124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AA46433-1A86-4237-9BBD-C025BE90131D}" type="pres">
      <dgm:prSet presAssocID="{444A1A14-08A1-42E4-9606-F6623096BAE7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594CBF-1DA3-476D-9ECA-A15AE50C2275}" type="pres">
      <dgm:prSet presAssocID="{1A79DC43-C013-48FE-A754-B81F9EF6573C}" presName="funnel" presStyleLbl="trAlignAcc1" presStyleIdx="0" presStyleCnt="1" custLinFactNeighborX="-116" custLinFactNeighborY="-2720"/>
      <dgm:spPr/>
    </dgm:pt>
  </dgm:ptLst>
  <dgm:cxnLst>
    <dgm:cxn modelId="{A2762F3B-BE4C-4581-8C39-E812DF37501B}" type="presOf" srcId="{E7AC218E-638E-474C-9CA7-C415413C7E63}" destId="{94C7F7ED-1D75-4D37-B136-4E4295921FA0}" srcOrd="0" destOrd="0" presId="urn:microsoft.com/office/officeart/2005/8/layout/funnel1"/>
    <dgm:cxn modelId="{38D0E7AB-EF42-4B1F-91F5-F2B57ABB4E28}" srcId="{1A79DC43-C013-48FE-A754-B81F9EF6573C}" destId="{E7AC218E-638E-474C-9CA7-C415413C7E63}" srcOrd="1" destOrd="0" parTransId="{7554950A-E9FF-4DA0-A4B0-642713818C8E}" sibTransId="{2C4B5F50-1937-4AC9-82C2-1FE116796D67}"/>
    <dgm:cxn modelId="{2163CFFB-FDF3-470B-9BD2-F40F9FF35C36}" type="presOf" srcId="{4A99270F-FD39-4259-A53C-9FCB1D0C3BF5}" destId="{EAA46433-1A86-4237-9BBD-C025BE90131D}" srcOrd="0" destOrd="0" presId="urn:microsoft.com/office/officeart/2005/8/layout/funnel1"/>
    <dgm:cxn modelId="{B3AFF7CF-43BE-4539-88B6-898DD7F75B2C}" type="presOf" srcId="{1A79DC43-C013-48FE-A754-B81F9EF6573C}" destId="{E6E994F7-970E-4071-8AF8-2E9F62BAB690}" srcOrd="0" destOrd="0" presId="urn:microsoft.com/office/officeart/2005/8/layout/funnel1"/>
    <dgm:cxn modelId="{C20F23F3-2ADF-4A94-9547-A9A17FDE209A}" srcId="{1A79DC43-C013-48FE-A754-B81F9EF6573C}" destId="{444A1A14-08A1-42E4-9606-F6623096BAE7}" srcOrd="3" destOrd="0" parTransId="{91BABF2D-D043-404F-AF32-E545B3CEC0C8}" sibTransId="{29464672-53F4-4A69-A36E-69BD8CF30029}"/>
    <dgm:cxn modelId="{F80025B6-9125-483D-B9B0-23C8EC5EBD6D}" srcId="{1A79DC43-C013-48FE-A754-B81F9EF6573C}" destId="{4A99270F-FD39-4259-A53C-9FCB1D0C3BF5}" srcOrd="0" destOrd="0" parTransId="{083D038B-F642-4BBA-A69A-11B7FCA258F4}" sibTransId="{4144DD05-A42E-4AEB-BE47-DA2F72577F3B}"/>
    <dgm:cxn modelId="{60B0D1F6-2287-43E8-A3AD-EFB4B168549F}" type="presOf" srcId="{444A1A14-08A1-42E4-9606-F6623096BAE7}" destId="{90A38C0F-A7D2-4856-B9F1-F5A61854DCDB}" srcOrd="0" destOrd="0" presId="urn:microsoft.com/office/officeart/2005/8/layout/funnel1"/>
    <dgm:cxn modelId="{6265CF36-7343-4CB9-90E6-52BBC75EB60F}" srcId="{1A79DC43-C013-48FE-A754-B81F9EF6573C}" destId="{43F1B5C2-87A9-481B-AC79-393A6EE8EE85}" srcOrd="2" destOrd="0" parTransId="{5E7A79AF-9A41-45E6-B999-801A14645AC2}" sibTransId="{222A2325-EC94-4C50-89AB-1B8258B3B672}"/>
    <dgm:cxn modelId="{DA490B32-4FC8-4359-B527-E3D9D3A30616}" type="presOf" srcId="{43F1B5C2-87A9-481B-AC79-393A6EE8EE85}" destId="{D388C506-0AC7-48D0-9E3F-38F209FB3D8E}" srcOrd="0" destOrd="0" presId="urn:microsoft.com/office/officeart/2005/8/layout/funnel1"/>
    <dgm:cxn modelId="{36E859D8-4F8C-4BB1-95C9-C5FFAF61CD05}" type="presParOf" srcId="{E6E994F7-970E-4071-8AF8-2E9F62BAB690}" destId="{533599BF-1FE2-4F4C-A180-CF25C9745C21}" srcOrd="0" destOrd="0" presId="urn:microsoft.com/office/officeart/2005/8/layout/funnel1"/>
    <dgm:cxn modelId="{3430301B-C10E-4FD5-B626-6D73E2A05E58}" type="presParOf" srcId="{E6E994F7-970E-4071-8AF8-2E9F62BAB690}" destId="{BA4EB134-3249-42E5-A313-4A19A6784160}" srcOrd="1" destOrd="0" presId="urn:microsoft.com/office/officeart/2005/8/layout/funnel1"/>
    <dgm:cxn modelId="{06581839-7941-473C-9CC8-F9B47F8A4BED}" type="presParOf" srcId="{E6E994F7-970E-4071-8AF8-2E9F62BAB690}" destId="{90A38C0F-A7D2-4856-B9F1-F5A61854DCDB}" srcOrd="2" destOrd="0" presId="urn:microsoft.com/office/officeart/2005/8/layout/funnel1"/>
    <dgm:cxn modelId="{56CDDB27-BF0E-4FFD-8090-4FC0D83B20B4}" type="presParOf" srcId="{E6E994F7-970E-4071-8AF8-2E9F62BAB690}" destId="{D388C506-0AC7-48D0-9E3F-38F209FB3D8E}" srcOrd="3" destOrd="0" presId="urn:microsoft.com/office/officeart/2005/8/layout/funnel1"/>
    <dgm:cxn modelId="{C88A26D5-B2CD-495D-8A99-8B1732086728}" type="presParOf" srcId="{E6E994F7-970E-4071-8AF8-2E9F62BAB690}" destId="{94C7F7ED-1D75-4D37-B136-4E4295921FA0}" srcOrd="4" destOrd="0" presId="urn:microsoft.com/office/officeart/2005/8/layout/funnel1"/>
    <dgm:cxn modelId="{E1EEB280-934D-4BF5-83E4-F4AC3751321B}" type="presParOf" srcId="{E6E994F7-970E-4071-8AF8-2E9F62BAB690}" destId="{EAA46433-1A86-4237-9BBD-C025BE90131D}" srcOrd="5" destOrd="0" presId="urn:microsoft.com/office/officeart/2005/8/layout/funnel1"/>
    <dgm:cxn modelId="{BDD8EBA3-366F-4786-B839-78E8C8B31230}" type="presParOf" srcId="{E6E994F7-970E-4071-8AF8-2E9F62BAB690}" destId="{1A594CBF-1DA3-476D-9ECA-A15AE50C2275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00A6F6-93FB-4B81-A9EC-8974BC3F88D5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7EEF3901-62CB-4836-B537-A6663FBA800D}">
      <dgm:prSet phldrT="[文本]"/>
      <dgm:spPr/>
      <dgm:t>
        <a:bodyPr/>
        <a:lstStyle/>
        <a:p>
          <a:r>
            <a:rPr lang="zh-CN" altLang="en-US" dirty="0" smtClean="0"/>
            <a:t>版本分支</a:t>
          </a:r>
          <a:endParaRPr lang="zh-CN" altLang="en-US" dirty="0"/>
        </a:p>
      </dgm:t>
    </dgm:pt>
    <dgm:pt modelId="{915813A0-EBC7-4C72-BC58-FFB4DB36916D}" type="parTrans" cxnId="{C5D02C2C-61F5-49E6-8462-63C89DF758CF}">
      <dgm:prSet/>
      <dgm:spPr/>
      <dgm:t>
        <a:bodyPr/>
        <a:lstStyle/>
        <a:p>
          <a:endParaRPr lang="zh-CN" altLang="en-US"/>
        </a:p>
      </dgm:t>
    </dgm:pt>
    <dgm:pt modelId="{65D7A34B-03B9-4BF6-B7BC-94AB4D098CF6}" type="sibTrans" cxnId="{C5D02C2C-61F5-49E6-8462-63C89DF758CF}">
      <dgm:prSet/>
      <dgm:spPr/>
      <dgm:t>
        <a:bodyPr/>
        <a:lstStyle/>
        <a:p>
          <a:endParaRPr lang="zh-CN" altLang="en-US"/>
        </a:p>
      </dgm:t>
    </dgm:pt>
    <dgm:pt modelId="{F6796BB0-6082-49C0-8338-64FBED155252}">
      <dgm:prSet phldrT="[文本]"/>
      <dgm:spPr/>
      <dgm:t>
        <a:bodyPr/>
        <a:lstStyle/>
        <a:p>
          <a:r>
            <a:rPr lang="zh-CN" altLang="en-US" dirty="0" smtClean="0"/>
            <a:t>主线版本</a:t>
          </a:r>
          <a:endParaRPr lang="zh-CN" altLang="en-US" dirty="0"/>
        </a:p>
      </dgm:t>
    </dgm:pt>
    <dgm:pt modelId="{ED77E5F8-7A99-4800-80EA-1E623D6F7413}" type="parTrans" cxnId="{1580D8C6-8BCD-457C-AF9B-19386526742C}">
      <dgm:prSet/>
      <dgm:spPr/>
      <dgm:t>
        <a:bodyPr/>
        <a:lstStyle/>
        <a:p>
          <a:endParaRPr lang="zh-CN" altLang="en-US"/>
        </a:p>
      </dgm:t>
    </dgm:pt>
    <dgm:pt modelId="{65A3B52F-9964-4902-B8E2-E915C50CF53F}" type="sibTrans" cxnId="{1580D8C6-8BCD-457C-AF9B-19386526742C}">
      <dgm:prSet/>
      <dgm:spPr/>
      <dgm:t>
        <a:bodyPr/>
        <a:lstStyle/>
        <a:p>
          <a:endParaRPr lang="zh-CN" altLang="en-US"/>
        </a:p>
      </dgm:t>
    </dgm:pt>
    <dgm:pt modelId="{1A015CDB-D936-4F04-9313-553E7873ED94}">
      <dgm:prSet phldrT="[文本]"/>
      <dgm:spPr/>
      <dgm:t>
        <a:bodyPr/>
        <a:lstStyle/>
        <a:p>
          <a:r>
            <a:rPr lang="zh-CN" altLang="en-US" dirty="0" smtClean="0"/>
            <a:t>平台版本</a:t>
          </a:r>
          <a:endParaRPr lang="zh-CN" altLang="en-US" dirty="0"/>
        </a:p>
      </dgm:t>
    </dgm:pt>
    <dgm:pt modelId="{336A117D-0275-4A5A-9148-89CD4B63FA12}" type="parTrans" cxnId="{C11154E3-BBD6-4492-AF2E-2B70D635B87A}">
      <dgm:prSet/>
      <dgm:spPr/>
      <dgm:t>
        <a:bodyPr/>
        <a:lstStyle/>
        <a:p>
          <a:endParaRPr lang="zh-CN" altLang="en-US"/>
        </a:p>
      </dgm:t>
    </dgm:pt>
    <dgm:pt modelId="{39C0DCB0-5A5B-446C-9465-C9972AE3C0F8}" type="sibTrans" cxnId="{C11154E3-BBD6-4492-AF2E-2B70D635B87A}">
      <dgm:prSet/>
      <dgm:spPr/>
      <dgm:t>
        <a:bodyPr/>
        <a:lstStyle/>
        <a:p>
          <a:endParaRPr lang="zh-CN" altLang="en-US"/>
        </a:p>
      </dgm:t>
    </dgm:pt>
    <dgm:pt modelId="{597B4A70-9268-4256-8A2B-001648BFEE3A}">
      <dgm:prSet phldrT="[文本]"/>
      <dgm:spPr/>
      <dgm:t>
        <a:bodyPr/>
        <a:lstStyle/>
        <a:p>
          <a:r>
            <a:rPr lang="zh-CN" altLang="en-US" dirty="0" smtClean="0"/>
            <a:t>测试版本</a:t>
          </a:r>
          <a:endParaRPr lang="zh-CN" altLang="en-US" dirty="0"/>
        </a:p>
      </dgm:t>
    </dgm:pt>
    <dgm:pt modelId="{A032F96E-463C-41C2-9999-3B4C3DA64CFA}" type="parTrans" cxnId="{9374C577-ED26-45DE-84B9-994C7EFE9656}">
      <dgm:prSet/>
      <dgm:spPr/>
      <dgm:t>
        <a:bodyPr/>
        <a:lstStyle/>
        <a:p>
          <a:endParaRPr lang="zh-CN" altLang="en-US"/>
        </a:p>
      </dgm:t>
    </dgm:pt>
    <dgm:pt modelId="{EF8BC79E-B1EB-4A86-9587-C53CD4A3F248}" type="sibTrans" cxnId="{9374C577-ED26-45DE-84B9-994C7EFE9656}">
      <dgm:prSet/>
      <dgm:spPr/>
      <dgm:t>
        <a:bodyPr/>
        <a:lstStyle/>
        <a:p>
          <a:endParaRPr lang="zh-CN" altLang="en-US"/>
        </a:p>
      </dgm:t>
    </dgm:pt>
    <dgm:pt modelId="{1A62AF7D-B84E-4B3C-8729-872B891F8A3C}">
      <dgm:prSet phldrT="[文本]"/>
      <dgm:spPr/>
      <dgm:t>
        <a:bodyPr/>
        <a:lstStyle/>
        <a:p>
          <a:r>
            <a:rPr lang="zh-CN" altLang="en-US" dirty="0" smtClean="0"/>
            <a:t>。。。</a:t>
          </a:r>
          <a:endParaRPr lang="zh-CN" altLang="en-US" dirty="0"/>
        </a:p>
      </dgm:t>
    </dgm:pt>
    <dgm:pt modelId="{68F69509-C8E6-4E41-8A5A-AF2D53867A99}" type="parTrans" cxnId="{EF0E7C9E-EC2B-4B57-8554-1F11D96F3BFB}">
      <dgm:prSet/>
      <dgm:spPr/>
      <dgm:t>
        <a:bodyPr/>
        <a:lstStyle/>
        <a:p>
          <a:endParaRPr lang="zh-CN" altLang="en-US"/>
        </a:p>
      </dgm:t>
    </dgm:pt>
    <dgm:pt modelId="{D2306884-7193-43CD-9041-9041C3762A06}" type="sibTrans" cxnId="{EF0E7C9E-EC2B-4B57-8554-1F11D96F3BFB}">
      <dgm:prSet/>
      <dgm:spPr/>
      <dgm:t>
        <a:bodyPr/>
        <a:lstStyle/>
        <a:p>
          <a:endParaRPr lang="zh-CN" altLang="en-US"/>
        </a:p>
      </dgm:t>
    </dgm:pt>
    <dgm:pt modelId="{A0D9FD41-E677-4777-B907-69948FF667E3}" type="pres">
      <dgm:prSet presAssocID="{2E00A6F6-93FB-4B81-A9EC-8974BC3F88D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BDBB893-50BB-480E-BCA0-EDEC0BE2388B}" type="pres">
      <dgm:prSet presAssocID="{7EEF3901-62CB-4836-B537-A6663FBA800D}" presName="root1" presStyleCnt="0"/>
      <dgm:spPr/>
    </dgm:pt>
    <dgm:pt modelId="{8E440BAA-9E9C-4C5E-A5A7-0256986C0E44}" type="pres">
      <dgm:prSet presAssocID="{7EEF3901-62CB-4836-B537-A6663FBA800D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4157DAF-A989-4CA6-A9C3-621C1E139FE7}" type="pres">
      <dgm:prSet presAssocID="{7EEF3901-62CB-4836-B537-A6663FBA800D}" presName="level2hierChild" presStyleCnt="0"/>
      <dgm:spPr/>
    </dgm:pt>
    <dgm:pt modelId="{C2C393CD-967C-4317-A422-B582EDACE7E3}" type="pres">
      <dgm:prSet presAssocID="{ED77E5F8-7A99-4800-80EA-1E623D6F7413}" presName="conn2-1" presStyleLbl="parChTrans1D2" presStyleIdx="0" presStyleCnt="4"/>
      <dgm:spPr/>
      <dgm:t>
        <a:bodyPr/>
        <a:lstStyle/>
        <a:p>
          <a:endParaRPr lang="zh-CN" altLang="en-US"/>
        </a:p>
      </dgm:t>
    </dgm:pt>
    <dgm:pt modelId="{C0251CA3-AFE7-413A-8C76-1DA2961203C6}" type="pres">
      <dgm:prSet presAssocID="{ED77E5F8-7A99-4800-80EA-1E623D6F7413}" presName="connTx" presStyleLbl="parChTrans1D2" presStyleIdx="0" presStyleCnt="4"/>
      <dgm:spPr/>
      <dgm:t>
        <a:bodyPr/>
        <a:lstStyle/>
        <a:p>
          <a:endParaRPr lang="zh-CN" altLang="en-US"/>
        </a:p>
      </dgm:t>
    </dgm:pt>
    <dgm:pt modelId="{F530A73E-0D92-48A5-8A7A-AD25C0F6CCEB}" type="pres">
      <dgm:prSet presAssocID="{F6796BB0-6082-49C0-8338-64FBED155252}" presName="root2" presStyleCnt="0"/>
      <dgm:spPr/>
    </dgm:pt>
    <dgm:pt modelId="{ACCAC760-7407-45D3-8F1B-A013179F2EFC}" type="pres">
      <dgm:prSet presAssocID="{F6796BB0-6082-49C0-8338-64FBED155252}" presName="LevelTwoTextNode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2AE5687-0BF1-4A10-81CF-2AC4504A32C3}" type="pres">
      <dgm:prSet presAssocID="{F6796BB0-6082-49C0-8338-64FBED155252}" presName="level3hierChild" presStyleCnt="0"/>
      <dgm:spPr/>
    </dgm:pt>
    <dgm:pt modelId="{6DA49CC1-D4DD-4A76-8F19-CA29A24D4DD0}" type="pres">
      <dgm:prSet presAssocID="{336A117D-0275-4A5A-9148-89CD4B63FA12}" presName="conn2-1" presStyleLbl="parChTrans1D2" presStyleIdx="1" presStyleCnt="4"/>
      <dgm:spPr/>
      <dgm:t>
        <a:bodyPr/>
        <a:lstStyle/>
        <a:p>
          <a:endParaRPr lang="zh-CN" altLang="en-US"/>
        </a:p>
      </dgm:t>
    </dgm:pt>
    <dgm:pt modelId="{BC43A999-BE5F-4F4E-9133-64C01794DDD4}" type="pres">
      <dgm:prSet presAssocID="{336A117D-0275-4A5A-9148-89CD4B63FA12}" presName="connTx" presStyleLbl="parChTrans1D2" presStyleIdx="1" presStyleCnt="4"/>
      <dgm:spPr/>
      <dgm:t>
        <a:bodyPr/>
        <a:lstStyle/>
        <a:p>
          <a:endParaRPr lang="zh-CN" altLang="en-US"/>
        </a:p>
      </dgm:t>
    </dgm:pt>
    <dgm:pt modelId="{8F3C2723-2C6E-43F6-8C9C-508078AFED48}" type="pres">
      <dgm:prSet presAssocID="{1A015CDB-D936-4F04-9313-553E7873ED94}" presName="root2" presStyleCnt="0"/>
      <dgm:spPr/>
    </dgm:pt>
    <dgm:pt modelId="{04DDF378-6401-42CA-8475-49DA0C4A135E}" type="pres">
      <dgm:prSet presAssocID="{1A015CDB-D936-4F04-9313-553E7873ED94}" presName="LevelTwoTextNode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E1A0E2A-2CF2-46AD-8B99-9A75A5CCEEAD}" type="pres">
      <dgm:prSet presAssocID="{1A015CDB-D936-4F04-9313-553E7873ED94}" presName="level3hierChild" presStyleCnt="0"/>
      <dgm:spPr/>
    </dgm:pt>
    <dgm:pt modelId="{7FDA9A5D-5279-4071-8479-E806A29A2C2B}" type="pres">
      <dgm:prSet presAssocID="{A032F96E-463C-41C2-9999-3B4C3DA64CFA}" presName="conn2-1" presStyleLbl="parChTrans1D2" presStyleIdx="2" presStyleCnt="4"/>
      <dgm:spPr/>
      <dgm:t>
        <a:bodyPr/>
        <a:lstStyle/>
        <a:p>
          <a:endParaRPr lang="zh-CN" altLang="en-US"/>
        </a:p>
      </dgm:t>
    </dgm:pt>
    <dgm:pt modelId="{5E080D38-BF62-4B10-8773-40EC376F914D}" type="pres">
      <dgm:prSet presAssocID="{A032F96E-463C-41C2-9999-3B4C3DA64CFA}" presName="connTx" presStyleLbl="parChTrans1D2" presStyleIdx="2" presStyleCnt="4"/>
      <dgm:spPr/>
      <dgm:t>
        <a:bodyPr/>
        <a:lstStyle/>
        <a:p>
          <a:endParaRPr lang="zh-CN" altLang="en-US"/>
        </a:p>
      </dgm:t>
    </dgm:pt>
    <dgm:pt modelId="{AF0448D9-A417-47AD-A5C6-FDA036D96A23}" type="pres">
      <dgm:prSet presAssocID="{597B4A70-9268-4256-8A2B-001648BFEE3A}" presName="root2" presStyleCnt="0"/>
      <dgm:spPr/>
    </dgm:pt>
    <dgm:pt modelId="{7255FEAE-73D0-45EF-BC0A-7CBDAD22DF23}" type="pres">
      <dgm:prSet presAssocID="{597B4A70-9268-4256-8A2B-001648BFEE3A}" presName="LevelTwoTextNode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C03AFE4-4F88-4E7E-BD20-989E5772338D}" type="pres">
      <dgm:prSet presAssocID="{597B4A70-9268-4256-8A2B-001648BFEE3A}" presName="level3hierChild" presStyleCnt="0"/>
      <dgm:spPr/>
    </dgm:pt>
    <dgm:pt modelId="{2FDA39C8-97FA-457B-B714-E1D33B254161}" type="pres">
      <dgm:prSet presAssocID="{68F69509-C8E6-4E41-8A5A-AF2D53867A99}" presName="conn2-1" presStyleLbl="parChTrans1D2" presStyleIdx="3" presStyleCnt="4"/>
      <dgm:spPr/>
      <dgm:t>
        <a:bodyPr/>
        <a:lstStyle/>
        <a:p>
          <a:endParaRPr lang="zh-CN" altLang="en-US"/>
        </a:p>
      </dgm:t>
    </dgm:pt>
    <dgm:pt modelId="{54FCFEC7-71AD-4DA4-983A-9FBB7ACDF592}" type="pres">
      <dgm:prSet presAssocID="{68F69509-C8E6-4E41-8A5A-AF2D53867A99}" presName="connTx" presStyleLbl="parChTrans1D2" presStyleIdx="3" presStyleCnt="4"/>
      <dgm:spPr/>
      <dgm:t>
        <a:bodyPr/>
        <a:lstStyle/>
        <a:p>
          <a:endParaRPr lang="zh-CN" altLang="en-US"/>
        </a:p>
      </dgm:t>
    </dgm:pt>
    <dgm:pt modelId="{E8810373-2498-4AEC-B1F8-B6699412602D}" type="pres">
      <dgm:prSet presAssocID="{1A62AF7D-B84E-4B3C-8729-872B891F8A3C}" presName="root2" presStyleCnt="0"/>
      <dgm:spPr/>
    </dgm:pt>
    <dgm:pt modelId="{F00765F4-F497-447A-94A7-E6644AED0787}" type="pres">
      <dgm:prSet presAssocID="{1A62AF7D-B84E-4B3C-8729-872B891F8A3C}" presName="LevelTwoTextNode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AC72065-84BC-49B0-B9D8-D906F1C54AF1}" type="pres">
      <dgm:prSet presAssocID="{1A62AF7D-B84E-4B3C-8729-872B891F8A3C}" presName="level3hierChild" presStyleCnt="0"/>
      <dgm:spPr/>
    </dgm:pt>
  </dgm:ptLst>
  <dgm:cxnLst>
    <dgm:cxn modelId="{D7560725-DE3B-4529-A08B-FAD2DB0532D2}" type="presOf" srcId="{F6796BB0-6082-49C0-8338-64FBED155252}" destId="{ACCAC760-7407-45D3-8F1B-A013179F2EFC}" srcOrd="0" destOrd="0" presId="urn:microsoft.com/office/officeart/2008/layout/HorizontalMultiLevelHierarchy"/>
    <dgm:cxn modelId="{EF0E7C9E-EC2B-4B57-8554-1F11D96F3BFB}" srcId="{7EEF3901-62CB-4836-B537-A6663FBA800D}" destId="{1A62AF7D-B84E-4B3C-8729-872B891F8A3C}" srcOrd="3" destOrd="0" parTransId="{68F69509-C8E6-4E41-8A5A-AF2D53867A99}" sibTransId="{D2306884-7193-43CD-9041-9041C3762A06}"/>
    <dgm:cxn modelId="{1580D8C6-8BCD-457C-AF9B-19386526742C}" srcId="{7EEF3901-62CB-4836-B537-A6663FBA800D}" destId="{F6796BB0-6082-49C0-8338-64FBED155252}" srcOrd="0" destOrd="0" parTransId="{ED77E5F8-7A99-4800-80EA-1E623D6F7413}" sibTransId="{65A3B52F-9964-4902-B8E2-E915C50CF53F}"/>
    <dgm:cxn modelId="{1BC5DD8B-C11B-49ED-B8CF-A94312F807C2}" type="presOf" srcId="{68F69509-C8E6-4E41-8A5A-AF2D53867A99}" destId="{2FDA39C8-97FA-457B-B714-E1D33B254161}" srcOrd="0" destOrd="0" presId="urn:microsoft.com/office/officeart/2008/layout/HorizontalMultiLevelHierarchy"/>
    <dgm:cxn modelId="{E39172B8-4A2E-45A7-A0D2-CF5668FD8A42}" type="presOf" srcId="{7EEF3901-62CB-4836-B537-A6663FBA800D}" destId="{8E440BAA-9E9C-4C5E-A5A7-0256986C0E44}" srcOrd="0" destOrd="0" presId="urn:microsoft.com/office/officeart/2008/layout/HorizontalMultiLevelHierarchy"/>
    <dgm:cxn modelId="{C04DF846-2D27-4CC7-869B-A3EEA6F028DA}" type="presOf" srcId="{1A62AF7D-B84E-4B3C-8729-872B891F8A3C}" destId="{F00765F4-F497-447A-94A7-E6644AED0787}" srcOrd="0" destOrd="0" presId="urn:microsoft.com/office/officeart/2008/layout/HorizontalMultiLevelHierarchy"/>
    <dgm:cxn modelId="{FC465312-9801-400D-8B09-80FC13B89D50}" type="presOf" srcId="{A032F96E-463C-41C2-9999-3B4C3DA64CFA}" destId="{7FDA9A5D-5279-4071-8479-E806A29A2C2B}" srcOrd="0" destOrd="0" presId="urn:microsoft.com/office/officeart/2008/layout/HorizontalMultiLevelHierarchy"/>
    <dgm:cxn modelId="{945BFD62-C944-4C1F-8AD6-7A7E63F29C64}" type="presOf" srcId="{68F69509-C8E6-4E41-8A5A-AF2D53867A99}" destId="{54FCFEC7-71AD-4DA4-983A-9FBB7ACDF592}" srcOrd="1" destOrd="0" presId="urn:microsoft.com/office/officeart/2008/layout/HorizontalMultiLevelHierarchy"/>
    <dgm:cxn modelId="{C11154E3-BBD6-4492-AF2E-2B70D635B87A}" srcId="{7EEF3901-62CB-4836-B537-A6663FBA800D}" destId="{1A015CDB-D936-4F04-9313-553E7873ED94}" srcOrd="1" destOrd="0" parTransId="{336A117D-0275-4A5A-9148-89CD4B63FA12}" sibTransId="{39C0DCB0-5A5B-446C-9465-C9972AE3C0F8}"/>
    <dgm:cxn modelId="{ACAFC8AC-CB4E-4C51-B7B2-803C10FCABB9}" type="presOf" srcId="{2E00A6F6-93FB-4B81-A9EC-8974BC3F88D5}" destId="{A0D9FD41-E677-4777-B907-69948FF667E3}" srcOrd="0" destOrd="0" presId="urn:microsoft.com/office/officeart/2008/layout/HorizontalMultiLevelHierarchy"/>
    <dgm:cxn modelId="{EE2354C4-3804-4B86-AF70-3E08911D2C43}" type="presOf" srcId="{1A015CDB-D936-4F04-9313-553E7873ED94}" destId="{04DDF378-6401-42CA-8475-49DA0C4A135E}" srcOrd="0" destOrd="0" presId="urn:microsoft.com/office/officeart/2008/layout/HorizontalMultiLevelHierarchy"/>
    <dgm:cxn modelId="{705EBB03-8A43-4006-8CDC-FF09A87D969D}" type="presOf" srcId="{597B4A70-9268-4256-8A2B-001648BFEE3A}" destId="{7255FEAE-73D0-45EF-BC0A-7CBDAD22DF23}" srcOrd="0" destOrd="0" presId="urn:microsoft.com/office/officeart/2008/layout/HorizontalMultiLevelHierarchy"/>
    <dgm:cxn modelId="{9D10319A-707A-4428-B858-F2958FC93C10}" type="presOf" srcId="{ED77E5F8-7A99-4800-80EA-1E623D6F7413}" destId="{C2C393CD-967C-4317-A422-B582EDACE7E3}" srcOrd="0" destOrd="0" presId="urn:microsoft.com/office/officeart/2008/layout/HorizontalMultiLevelHierarchy"/>
    <dgm:cxn modelId="{9AA1E646-112F-4C5A-B751-E32F4A7EEFEA}" type="presOf" srcId="{336A117D-0275-4A5A-9148-89CD4B63FA12}" destId="{6DA49CC1-D4DD-4A76-8F19-CA29A24D4DD0}" srcOrd="0" destOrd="0" presId="urn:microsoft.com/office/officeart/2008/layout/HorizontalMultiLevelHierarchy"/>
    <dgm:cxn modelId="{5E218935-6C21-4266-950F-264FDC926A3E}" type="presOf" srcId="{336A117D-0275-4A5A-9148-89CD4B63FA12}" destId="{BC43A999-BE5F-4F4E-9133-64C01794DDD4}" srcOrd="1" destOrd="0" presId="urn:microsoft.com/office/officeart/2008/layout/HorizontalMultiLevelHierarchy"/>
    <dgm:cxn modelId="{69EC79CE-41A2-442D-92CF-BA07844AD84A}" type="presOf" srcId="{ED77E5F8-7A99-4800-80EA-1E623D6F7413}" destId="{C0251CA3-AFE7-413A-8C76-1DA2961203C6}" srcOrd="1" destOrd="0" presId="urn:microsoft.com/office/officeart/2008/layout/HorizontalMultiLevelHierarchy"/>
    <dgm:cxn modelId="{2BE82B8C-4540-46F2-B015-E1C961A8AF91}" type="presOf" srcId="{A032F96E-463C-41C2-9999-3B4C3DA64CFA}" destId="{5E080D38-BF62-4B10-8773-40EC376F914D}" srcOrd="1" destOrd="0" presId="urn:microsoft.com/office/officeart/2008/layout/HorizontalMultiLevelHierarchy"/>
    <dgm:cxn modelId="{9374C577-ED26-45DE-84B9-994C7EFE9656}" srcId="{7EEF3901-62CB-4836-B537-A6663FBA800D}" destId="{597B4A70-9268-4256-8A2B-001648BFEE3A}" srcOrd="2" destOrd="0" parTransId="{A032F96E-463C-41C2-9999-3B4C3DA64CFA}" sibTransId="{EF8BC79E-B1EB-4A86-9587-C53CD4A3F248}"/>
    <dgm:cxn modelId="{C5D02C2C-61F5-49E6-8462-63C89DF758CF}" srcId="{2E00A6F6-93FB-4B81-A9EC-8974BC3F88D5}" destId="{7EEF3901-62CB-4836-B537-A6663FBA800D}" srcOrd="0" destOrd="0" parTransId="{915813A0-EBC7-4C72-BC58-FFB4DB36916D}" sibTransId="{65D7A34B-03B9-4BF6-B7BC-94AB4D098CF6}"/>
    <dgm:cxn modelId="{704707B0-DB42-4ED0-9BA0-8EF2E6EF92A7}" type="presParOf" srcId="{A0D9FD41-E677-4777-B907-69948FF667E3}" destId="{BBDBB893-50BB-480E-BCA0-EDEC0BE2388B}" srcOrd="0" destOrd="0" presId="urn:microsoft.com/office/officeart/2008/layout/HorizontalMultiLevelHierarchy"/>
    <dgm:cxn modelId="{190CB6ED-10B6-4D40-AF1B-8A7EEC22D14D}" type="presParOf" srcId="{BBDBB893-50BB-480E-BCA0-EDEC0BE2388B}" destId="{8E440BAA-9E9C-4C5E-A5A7-0256986C0E44}" srcOrd="0" destOrd="0" presId="urn:microsoft.com/office/officeart/2008/layout/HorizontalMultiLevelHierarchy"/>
    <dgm:cxn modelId="{EE48AEBB-1CD5-44C8-A091-A73FC30E9870}" type="presParOf" srcId="{BBDBB893-50BB-480E-BCA0-EDEC0BE2388B}" destId="{C4157DAF-A989-4CA6-A9C3-621C1E139FE7}" srcOrd="1" destOrd="0" presId="urn:microsoft.com/office/officeart/2008/layout/HorizontalMultiLevelHierarchy"/>
    <dgm:cxn modelId="{C003E8B2-14BE-4DBE-9A0E-00482D146EC0}" type="presParOf" srcId="{C4157DAF-A989-4CA6-A9C3-621C1E139FE7}" destId="{C2C393CD-967C-4317-A422-B582EDACE7E3}" srcOrd="0" destOrd="0" presId="urn:microsoft.com/office/officeart/2008/layout/HorizontalMultiLevelHierarchy"/>
    <dgm:cxn modelId="{F879B00B-5FDB-4F07-9275-8EED3E434884}" type="presParOf" srcId="{C2C393CD-967C-4317-A422-B582EDACE7E3}" destId="{C0251CA3-AFE7-413A-8C76-1DA2961203C6}" srcOrd="0" destOrd="0" presId="urn:microsoft.com/office/officeart/2008/layout/HorizontalMultiLevelHierarchy"/>
    <dgm:cxn modelId="{26259E76-3492-4CD1-A3EC-FEBC4444466D}" type="presParOf" srcId="{C4157DAF-A989-4CA6-A9C3-621C1E139FE7}" destId="{F530A73E-0D92-48A5-8A7A-AD25C0F6CCEB}" srcOrd="1" destOrd="0" presId="urn:microsoft.com/office/officeart/2008/layout/HorizontalMultiLevelHierarchy"/>
    <dgm:cxn modelId="{75C6FAFE-BE07-470C-B74D-D8CDDEB17107}" type="presParOf" srcId="{F530A73E-0D92-48A5-8A7A-AD25C0F6CCEB}" destId="{ACCAC760-7407-45D3-8F1B-A013179F2EFC}" srcOrd="0" destOrd="0" presId="urn:microsoft.com/office/officeart/2008/layout/HorizontalMultiLevelHierarchy"/>
    <dgm:cxn modelId="{0C7FA56D-5CF5-4078-9AC0-D281E02CD31B}" type="presParOf" srcId="{F530A73E-0D92-48A5-8A7A-AD25C0F6CCEB}" destId="{E2AE5687-0BF1-4A10-81CF-2AC4504A32C3}" srcOrd="1" destOrd="0" presId="urn:microsoft.com/office/officeart/2008/layout/HorizontalMultiLevelHierarchy"/>
    <dgm:cxn modelId="{99E7BB85-DF80-414D-9DED-7EEFAD5ABCCB}" type="presParOf" srcId="{C4157DAF-A989-4CA6-A9C3-621C1E139FE7}" destId="{6DA49CC1-D4DD-4A76-8F19-CA29A24D4DD0}" srcOrd="2" destOrd="0" presId="urn:microsoft.com/office/officeart/2008/layout/HorizontalMultiLevelHierarchy"/>
    <dgm:cxn modelId="{2C62BE99-0186-4CB6-A1F2-35F4A309D620}" type="presParOf" srcId="{6DA49CC1-D4DD-4A76-8F19-CA29A24D4DD0}" destId="{BC43A999-BE5F-4F4E-9133-64C01794DDD4}" srcOrd="0" destOrd="0" presId="urn:microsoft.com/office/officeart/2008/layout/HorizontalMultiLevelHierarchy"/>
    <dgm:cxn modelId="{374826A9-9D14-43FC-8151-6563D86D5049}" type="presParOf" srcId="{C4157DAF-A989-4CA6-A9C3-621C1E139FE7}" destId="{8F3C2723-2C6E-43F6-8C9C-508078AFED48}" srcOrd="3" destOrd="0" presId="urn:microsoft.com/office/officeart/2008/layout/HorizontalMultiLevelHierarchy"/>
    <dgm:cxn modelId="{755B2EFE-4FEE-4922-A40B-86F084E76AA0}" type="presParOf" srcId="{8F3C2723-2C6E-43F6-8C9C-508078AFED48}" destId="{04DDF378-6401-42CA-8475-49DA0C4A135E}" srcOrd="0" destOrd="0" presId="urn:microsoft.com/office/officeart/2008/layout/HorizontalMultiLevelHierarchy"/>
    <dgm:cxn modelId="{02333856-13CB-4ECD-8814-50E9664334BF}" type="presParOf" srcId="{8F3C2723-2C6E-43F6-8C9C-508078AFED48}" destId="{DE1A0E2A-2CF2-46AD-8B99-9A75A5CCEEAD}" srcOrd="1" destOrd="0" presId="urn:microsoft.com/office/officeart/2008/layout/HorizontalMultiLevelHierarchy"/>
    <dgm:cxn modelId="{D909CC98-0237-4C54-A972-4CAF2240EA05}" type="presParOf" srcId="{C4157DAF-A989-4CA6-A9C3-621C1E139FE7}" destId="{7FDA9A5D-5279-4071-8479-E806A29A2C2B}" srcOrd="4" destOrd="0" presId="urn:microsoft.com/office/officeart/2008/layout/HorizontalMultiLevelHierarchy"/>
    <dgm:cxn modelId="{96367BA7-F7FD-4F47-A8D6-86BE8238CDBA}" type="presParOf" srcId="{7FDA9A5D-5279-4071-8479-E806A29A2C2B}" destId="{5E080D38-BF62-4B10-8773-40EC376F914D}" srcOrd="0" destOrd="0" presId="urn:microsoft.com/office/officeart/2008/layout/HorizontalMultiLevelHierarchy"/>
    <dgm:cxn modelId="{FDD3B9FF-CB73-41CF-84AF-17DE4B3D5BEB}" type="presParOf" srcId="{C4157DAF-A989-4CA6-A9C3-621C1E139FE7}" destId="{AF0448D9-A417-47AD-A5C6-FDA036D96A23}" srcOrd="5" destOrd="0" presId="urn:microsoft.com/office/officeart/2008/layout/HorizontalMultiLevelHierarchy"/>
    <dgm:cxn modelId="{30924009-7428-4FBC-875C-48ACFB207427}" type="presParOf" srcId="{AF0448D9-A417-47AD-A5C6-FDA036D96A23}" destId="{7255FEAE-73D0-45EF-BC0A-7CBDAD22DF23}" srcOrd="0" destOrd="0" presId="urn:microsoft.com/office/officeart/2008/layout/HorizontalMultiLevelHierarchy"/>
    <dgm:cxn modelId="{64ECADAA-5B2D-432D-AE73-E7B0C7108A25}" type="presParOf" srcId="{AF0448D9-A417-47AD-A5C6-FDA036D96A23}" destId="{AC03AFE4-4F88-4E7E-BD20-989E5772338D}" srcOrd="1" destOrd="0" presId="urn:microsoft.com/office/officeart/2008/layout/HorizontalMultiLevelHierarchy"/>
    <dgm:cxn modelId="{4C687FF5-2AB5-4BFD-9F40-CA43834AACA0}" type="presParOf" srcId="{C4157DAF-A989-4CA6-A9C3-621C1E139FE7}" destId="{2FDA39C8-97FA-457B-B714-E1D33B254161}" srcOrd="6" destOrd="0" presId="urn:microsoft.com/office/officeart/2008/layout/HorizontalMultiLevelHierarchy"/>
    <dgm:cxn modelId="{94E345FF-3860-4AC2-997F-F320BC4C7B0C}" type="presParOf" srcId="{2FDA39C8-97FA-457B-B714-E1D33B254161}" destId="{54FCFEC7-71AD-4DA4-983A-9FBB7ACDF592}" srcOrd="0" destOrd="0" presId="urn:microsoft.com/office/officeart/2008/layout/HorizontalMultiLevelHierarchy"/>
    <dgm:cxn modelId="{9A1A43D5-906F-4C05-BB17-1173340EFBD0}" type="presParOf" srcId="{C4157DAF-A989-4CA6-A9C3-621C1E139FE7}" destId="{E8810373-2498-4AEC-B1F8-B6699412602D}" srcOrd="7" destOrd="0" presId="urn:microsoft.com/office/officeart/2008/layout/HorizontalMultiLevelHierarchy"/>
    <dgm:cxn modelId="{D4DF580D-75EF-4A50-B9CE-8642594F9E34}" type="presParOf" srcId="{E8810373-2498-4AEC-B1F8-B6699412602D}" destId="{F00765F4-F497-447A-94A7-E6644AED0787}" srcOrd="0" destOrd="0" presId="urn:microsoft.com/office/officeart/2008/layout/HorizontalMultiLevelHierarchy"/>
    <dgm:cxn modelId="{442EB5FF-5AF3-474D-B21A-85C08B9EC604}" type="presParOf" srcId="{E8810373-2498-4AEC-B1F8-B6699412602D}" destId="{4AC72065-84BC-49B0-B9D8-D906F1C54AF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C0BA80-469F-41DA-A825-17F6C5FE3F17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6EDB854-E213-4886-BC82-0E347C7FA28E}">
      <dgm:prSet phldrT="[文本]"/>
      <dgm:spPr/>
      <dgm:t>
        <a:bodyPr/>
        <a:lstStyle/>
        <a:p>
          <a:r>
            <a:rPr lang="zh-CN" altLang="en-US" dirty="0" smtClean="0"/>
            <a:t>包类型对应的资源</a:t>
          </a:r>
          <a:endParaRPr lang="zh-CN" altLang="en-US" dirty="0"/>
        </a:p>
      </dgm:t>
    </dgm:pt>
    <dgm:pt modelId="{1B64AB8B-7777-4D9E-A58E-15C0863A6400}" type="parTrans" cxnId="{371F6B03-0A5D-4A4E-B0ED-1D6C8E5B70D8}">
      <dgm:prSet/>
      <dgm:spPr/>
      <dgm:t>
        <a:bodyPr/>
        <a:lstStyle/>
        <a:p>
          <a:endParaRPr lang="zh-CN" altLang="en-US"/>
        </a:p>
      </dgm:t>
    </dgm:pt>
    <dgm:pt modelId="{3D5F01E2-B244-453B-8C89-D07945E99A0E}" type="sibTrans" cxnId="{371F6B03-0A5D-4A4E-B0ED-1D6C8E5B70D8}">
      <dgm:prSet/>
      <dgm:spPr/>
      <dgm:t>
        <a:bodyPr/>
        <a:lstStyle/>
        <a:p>
          <a:endParaRPr lang="zh-CN" altLang="en-US"/>
        </a:p>
      </dgm:t>
    </dgm:pt>
    <dgm:pt modelId="{081CC47A-50E1-4AB9-BF9B-C5DB560F8D0C}">
      <dgm:prSet phldrT="[文本]"/>
      <dgm:spPr/>
      <dgm:t>
        <a:bodyPr/>
        <a:lstStyle/>
        <a:p>
          <a:r>
            <a:rPr lang="en-US" altLang="zh-CN" dirty="0" smtClean="0"/>
            <a:t>ICON</a:t>
          </a:r>
          <a:endParaRPr lang="zh-CN" altLang="en-US" dirty="0"/>
        </a:p>
      </dgm:t>
    </dgm:pt>
    <dgm:pt modelId="{CCE5674D-5B40-4ED9-AF63-FCE6E50F124E}" type="parTrans" cxnId="{8AB9ABB3-B941-409F-AD77-C3FEB406441C}">
      <dgm:prSet/>
      <dgm:spPr/>
      <dgm:t>
        <a:bodyPr/>
        <a:lstStyle/>
        <a:p>
          <a:endParaRPr lang="zh-CN" altLang="en-US"/>
        </a:p>
      </dgm:t>
    </dgm:pt>
    <dgm:pt modelId="{50A57188-E9A9-4157-9490-48AB0AE4D4A7}" type="sibTrans" cxnId="{8AB9ABB3-B941-409F-AD77-C3FEB406441C}">
      <dgm:prSet/>
      <dgm:spPr/>
      <dgm:t>
        <a:bodyPr/>
        <a:lstStyle/>
        <a:p>
          <a:endParaRPr lang="zh-CN" altLang="en-US"/>
        </a:p>
      </dgm:t>
    </dgm:pt>
    <dgm:pt modelId="{93AB7D18-0D95-4728-9C11-8D1910500B91}">
      <dgm:prSet phldrT="[文本]"/>
      <dgm:spPr/>
      <dgm:t>
        <a:bodyPr/>
        <a:lstStyle/>
        <a:p>
          <a:r>
            <a:rPr lang="zh-CN" altLang="en-US" dirty="0" smtClean="0"/>
            <a:t>开场动画</a:t>
          </a:r>
          <a:endParaRPr lang="zh-CN" altLang="en-US" dirty="0"/>
        </a:p>
      </dgm:t>
    </dgm:pt>
    <dgm:pt modelId="{94514C2F-C6B3-48CF-A5DA-0AE94AFA999F}" type="parTrans" cxnId="{2B5D181F-ADAB-4383-B75A-35AFAA0937C5}">
      <dgm:prSet/>
      <dgm:spPr/>
      <dgm:t>
        <a:bodyPr/>
        <a:lstStyle/>
        <a:p>
          <a:endParaRPr lang="zh-CN" altLang="en-US"/>
        </a:p>
      </dgm:t>
    </dgm:pt>
    <dgm:pt modelId="{73A96ADC-7DB9-4077-B212-589215780E9E}" type="sibTrans" cxnId="{2B5D181F-ADAB-4383-B75A-35AFAA0937C5}">
      <dgm:prSet/>
      <dgm:spPr/>
      <dgm:t>
        <a:bodyPr/>
        <a:lstStyle/>
        <a:p>
          <a:endParaRPr lang="zh-CN" altLang="en-US"/>
        </a:p>
      </dgm:t>
    </dgm:pt>
    <dgm:pt modelId="{0B5ED2D4-6328-4336-B0BF-A7F30D7FB49E}">
      <dgm:prSet phldrT="[文本]"/>
      <dgm:spPr/>
      <dgm:t>
        <a:bodyPr/>
        <a:lstStyle/>
        <a:p>
          <a:r>
            <a:rPr lang="en-US" altLang="zh-CN" dirty="0" smtClean="0"/>
            <a:t>Logo</a:t>
          </a:r>
          <a:endParaRPr lang="zh-CN" altLang="en-US" dirty="0"/>
        </a:p>
      </dgm:t>
    </dgm:pt>
    <dgm:pt modelId="{F4627A9A-AEF8-4482-809C-84C104848129}" type="parTrans" cxnId="{B1C8863F-8E41-4F57-98A3-A73229256E37}">
      <dgm:prSet/>
      <dgm:spPr/>
      <dgm:t>
        <a:bodyPr/>
        <a:lstStyle/>
        <a:p>
          <a:endParaRPr lang="zh-CN" altLang="en-US"/>
        </a:p>
      </dgm:t>
    </dgm:pt>
    <dgm:pt modelId="{94A7E039-CECE-42A5-A940-28FFD0FF7C25}" type="sibTrans" cxnId="{B1C8863F-8E41-4F57-98A3-A73229256E37}">
      <dgm:prSet/>
      <dgm:spPr/>
      <dgm:t>
        <a:bodyPr/>
        <a:lstStyle/>
        <a:p>
          <a:endParaRPr lang="zh-CN" altLang="en-US"/>
        </a:p>
      </dgm:t>
    </dgm:pt>
    <dgm:pt modelId="{CABC77B8-B003-4975-AB02-33BA675A0452}">
      <dgm:prSet phldrT="[文本]"/>
      <dgm:spPr/>
      <dgm:t>
        <a:bodyPr/>
        <a:lstStyle/>
        <a:p>
          <a:r>
            <a:rPr lang="zh-CN" altLang="en-US" dirty="0" smtClean="0"/>
            <a:t>平台</a:t>
          </a:r>
          <a:r>
            <a:rPr lang="en-US" altLang="zh-CN" dirty="0" smtClean="0"/>
            <a:t>SDK</a:t>
          </a:r>
          <a:endParaRPr lang="zh-CN" altLang="en-US" dirty="0"/>
        </a:p>
      </dgm:t>
    </dgm:pt>
    <dgm:pt modelId="{94FD8762-4BDD-43AA-9D42-1767FAB88DFD}" type="parTrans" cxnId="{391965E9-087D-421A-9802-AACB90B474BE}">
      <dgm:prSet/>
      <dgm:spPr/>
      <dgm:t>
        <a:bodyPr/>
        <a:lstStyle/>
        <a:p>
          <a:endParaRPr lang="zh-CN" altLang="en-US"/>
        </a:p>
      </dgm:t>
    </dgm:pt>
    <dgm:pt modelId="{99C9EB45-80F2-42C7-85A9-0BE12FC609D8}" type="sibTrans" cxnId="{391965E9-087D-421A-9802-AACB90B474BE}">
      <dgm:prSet/>
      <dgm:spPr/>
      <dgm:t>
        <a:bodyPr/>
        <a:lstStyle/>
        <a:p>
          <a:endParaRPr lang="zh-CN" altLang="en-US"/>
        </a:p>
      </dgm:t>
    </dgm:pt>
    <dgm:pt modelId="{D2934486-8299-489A-9115-7DD628DC0D00}">
      <dgm:prSet phldrT="[文本]"/>
      <dgm:spPr/>
      <dgm:t>
        <a:bodyPr/>
        <a:lstStyle/>
        <a:p>
          <a:r>
            <a:rPr lang="zh-CN" altLang="en-US" dirty="0" smtClean="0"/>
            <a:t>充值</a:t>
          </a:r>
          <a:endParaRPr lang="zh-CN" altLang="en-US" dirty="0"/>
        </a:p>
      </dgm:t>
    </dgm:pt>
    <dgm:pt modelId="{11E8418A-C829-4CA7-BA48-342674A21A06}" type="parTrans" cxnId="{2E959AC1-B7A7-4777-8E9D-D717CD70B72D}">
      <dgm:prSet/>
      <dgm:spPr/>
      <dgm:t>
        <a:bodyPr/>
        <a:lstStyle/>
        <a:p>
          <a:endParaRPr lang="zh-CN" altLang="en-US"/>
        </a:p>
      </dgm:t>
    </dgm:pt>
    <dgm:pt modelId="{750AD844-493E-4AB4-9CB3-39A50DC78D72}" type="sibTrans" cxnId="{2E959AC1-B7A7-4777-8E9D-D717CD70B72D}">
      <dgm:prSet/>
      <dgm:spPr/>
      <dgm:t>
        <a:bodyPr/>
        <a:lstStyle/>
        <a:p>
          <a:endParaRPr lang="zh-CN" altLang="en-US"/>
        </a:p>
      </dgm:t>
    </dgm:pt>
    <dgm:pt modelId="{88A28009-6E9C-4A71-AE27-EBC30E42E078}">
      <dgm:prSet phldrT="[文本]"/>
      <dgm:spPr/>
      <dgm:t>
        <a:bodyPr/>
        <a:lstStyle/>
        <a:p>
          <a:r>
            <a:rPr lang="zh-CN" altLang="en-US" dirty="0" smtClean="0"/>
            <a:t>。。。</a:t>
          </a:r>
          <a:endParaRPr lang="zh-CN" altLang="en-US" dirty="0"/>
        </a:p>
      </dgm:t>
    </dgm:pt>
    <dgm:pt modelId="{987DB1E0-CF55-4768-A991-F8ADC264BFA5}" type="parTrans" cxnId="{627817DB-7246-4B71-A53B-26CB6B4D2057}">
      <dgm:prSet/>
      <dgm:spPr/>
      <dgm:t>
        <a:bodyPr/>
        <a:lstStyle/>
        <a:p>
          <a:endParaRPr lang="zh-CN" altLang="en-US"/>
        </a:p>
      </dgm:t>
    </dgm:pt>
    <dgm:pt modelId="{3CA0BDA6-9C42-4195-8314-C2F294CCAA5A}" type="sibTrans" cxnId="{627817DB-7246-4B71-A53B-26CB6B4D2057}">
      <dgm:prSet/>
      <dgm:spPr/>
      <dgm:t>
        <a:bodyPr/>
        <a:lstStyle/>
        <a:p>
          <a:endParaRPr lang="zh-CN" altLang="en-US"/>
        </a:p>
      </dgm:t>
    </dgm:pt>
    <dgm:pt modelId="{D04ED765-97FC-4A31-A73E-E82683C5FEF1}">
      <dgm:prSet phldrT="[文本]"/>
      <dgm:spPr/>
      <dgm:t>
        <a:bodyPr/>
        <a:lstStyle/>
        <a:p>
          <a:r>
            <a:rPr lang="en-US" altLang="zh-CN" dirty="0" err="1" smtClean="0"/>
            <a:t>BundleIdentifier</a:t>
          </a:r>
          <a:endParaRPr lang="zh-CN" altLang="en-US" dirty="0"/>
        </a:p>
      </dgm:t>
    </dgm:pt>
    <dgm:pt modelId="{E30D2C10-ECD3-4DC6-977F-075F7153D12F}" type="parTrans" cxnId="{818554A6-53AE-4D23-A8FD-973554629046}">
      <dgm:prSet/>
      <dgm:spPr/>
      <dgm:t>
        <a:bodyPr/>
        <a:lstStyle/>
        <a:p>
          <a:endParaRPr lang="zh-CN" altLang="en-US"/>
        </a:p>
      </dgm:t>
    </dgm:pt>
    <dgm:pt modelId="{E25907A8-B467-4C54-82BF-9B76B0B17439}" type="sibTrans" cxnId="{818554A6-53AE-4D23-A8FD-973554629046}">
      <dgm:prSet/>
      <dgm:spPr/>
      <dgm:t>
        <a:bodyPr/>
        <a:lstStyle/>
        <a:p>
          <a:endParaRPr lang="zh-CN" altLang="en-US"/>
        </a:p>
      </dgm:t>
    </dgm:pt>
    <dgm:pt modelId="{FE0FBCA6-99AF-4C5B-B247-C27634E11591}" type="pres">
      <dgm:prSet presAssocID="{76C0BA80-469F-41DA-A825-17F6C5FE3F1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2B5E6359-03CB-4583-B9CF-F4F0A1EACFF6}" type="pres">
      <dgm:prSet presAssocID="{96EDB854-E213-4886-BC82-0E347C7FA28E}" presName="root" presStyleCnt="0"/>
      <dgm:spPr/>
    </dgm:pt>
    <dgm:pt modelId="{D8E4B96A-C3D6-4ECE-972D-0F44529B55E2}" type="pres">
      <dgm:prSet presAssocID="{96EDB854-E213-4886-BC82-0E347C7FA28E}" presName="rootComposite" presStyleCnt="0"/>
      <dgm:spPr/>
    </dgm:pt>
    <dgm:pt modelId="{45F62119-2AE3-49AE-B5F6-9F47262150A2}" type="pres">
      <dgm:prSet presAssocID="{96EDB854-E213-4886-BC82-0E347C7FA28E}" presName="rootText" presStyleLbl="node1" presStyleIdx="0" presStyleCnt="1" custLinFactNeighborX="-850"/>
      <dgm:spPr/>
      <dgm:t>
        <a:bodyPr/>
        <a:lstStyle/>
        <a:p>
          <a:endParaRPr lang="zh-CN" altLang="en-US"/>
        </a:p>
      </dgm:t>
    </dgm:pt>
    <dgm:pt modelId="{A2B71D92-26E6-4788-91D0-F6A003DEAF41}" type="pres">
      <dgm:prSet presAssocID="{96EDB854-E213-4886-BC82-0E347C7FA28E}" presName="rootConnector" presStyleLbl="node1" presStyleIdx="0" presStyleCnt="1"/>
      <dgm:spPr/>
      <dgm:t>
        <a:bodyPr/>
        <a:lstStyle/>
        <a:p>
          <a:endParaRPr lang="zh-CN" altLang="en-US"/>
        </a:p>
      </dgm:t>
    </dgm:pt>
    <dgm:pt modelId="{BC1F1AEC-507F-4515-9099-8AC5E5C4F7D4}" type="pres">
      <dgm:prSet presAssocID="{96EDB854-E213-4886-BC82-0E347C7FA28E}" presName="childShape" presStyleCnt="0"/>
      <dgm:spPr/>
    </dgm:pt>
    <dgm:pt modelId="{6D17FB1B-76B6-4AE2-8CB5-40A1AE133090}" type="pres">
      <dgm:prSet presAssocID="{CCE5674D-5B40-4ED9-AF63-FCE6E50F124E}" presName="Name13" presStyleLbl="parChTrans1D2" presStyleIdx="0" presStyleCnt="7"/>
      <dgm:spPr/>
      <dgm:t>
        <a:bodyPr/>
        <a:lstStyle/>
        <a:p>
          <a:endParaRPr lang="zh-CN" altLang="en-US"/>
        </a:p>
      </dgm:t>
    </dgm:pt>
    <dgm:pt modelId="{1662B6E0-3579-417E-8CB0-702F37233C76}" type="pres">
      <dgm:prSet presAssocID="{081CC47A-50E1-4AB9-BF9B-C5DB560F8D0C}" presName="childText" presStyleLbl="bgAcc1" presStyleIdx="0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3DAD7D9-7397-4A96-BB8C-6D324799DB8B}" type="pres">
      <dgm:prSet presAssocID="{94514C2F-C6B3-48CF-A5DA-0AE94AFA999F}" presName="Name13" presStyleLbl="parChTrans1D2" presStyleIdx="1" presStyleCnt="7"/>
      <dgm:spPr/>
      <dgm:t>
        <a:bodyPr/>
        <a:lstStyle/>
        <a:p>
          <a:endParaRPr lang="zh-CN" altLang="en-US"/>
        </a:p>
      </dgm:t>
    </dgm:pt>
    <dgm:pt modelId="{E9AD5FEA-84F2-4F5B-91D3-08EF5DFF7A57}" type="pres">
      <dgm:prSet presAssocID="{93AB7D18-0D95-4728-9C11-8D1910500B91}" presName="childText" presStyleLbl="bgAcc1" presStyleIdx="1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E499305-BD85-48FC-8A06-FDB7DD911594}" type="pres">
      <dgm:prSet presAssocID="{F4627A9A-AEF8-4482-809C-84C104848129}" presName="Name13" presStyleLbl="parChTrans1D2" presStyleIdx="2" presStyleCnt="7"/>
      <dgm:spPr/>
      <dgm:t>
        <a:bodyPr/>
        <a:lstStyle/>
        <a:p>
          <a:endParaRPr lang="zh-CN" altLang="en-US"/>
        </a:p>
      </dgm:t>
    </dgm:pt>
    <dgm:pt modelId="{BC0D769C-2E6C-4C51-BFB1-9AB074EEE06F}" type="pres">
      <dgm:prSet presAssocID="{0B5ED2D4-6328-4336-B0BF-A7F30D7FB49E}" presName="childText" presStyleLbl="bgAcc1" presStyleIdx="2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F806D55-D0D2-4B2F-AF1D-FE15CE24A85D}" type="pres">
      <dgm:prSet presAssocID="{94FD8762-4BDD-43AA-9D42-1767FAB88DFD}" presName="Name13" presStyleLbl="parChTrans1D2" presStyleIdx="3" presStyleCnt="7"/>
      <dgm:spPr/>
      <dgm:t>
        <a:bodyPr/>
        <a:lstStyle/>
        <a:p>
          <a:endParaRPr lang="zh-CN" altLang="en-US"/>
        </a:p>
      </dgm:t>
    </dgm:pt>
    <dgm:pt modelId="{41062F6B-5428-4B9E-98D1-E8DC19328BBF}" type="pres">
      <dgm:prSet presAssocID="{CABC77B8-B003-4975-AB02-33BA675A0452}" presName="childText" presStyleLbl="bgAcc1" presStyleIdx="3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FE1DEE6-52D9-44CA-8885-6CBFABEF6366}" type="pres">
      <dgm:prSet presAssocID="{11E8418A-C829-4CA7-BA48-342674A21A06}" presName="Name13" presStyleLbl="parChTrans1D2" presStyleIdx="4" presStyleCnt="7"/>
      <dgm:spPr/>
      <dgm:t>
        <a:bodyPr/>
        <a:lstStyle/>
        <a:p>
          <a:endParaRPr lang="zh-CN" altLang="en-US"/>
        </a:p>
      </dgm:t>
    </dgm:pt>
    <dgm:pt modelId="{AD25FEF6-B1B2-4F65-AD3B-441494142941}" type="pres">
      <dgm:prSet presAssocID="{D2934486-8299-489A-9115-7DD628DC0D00}" presName="childText" presStyleLbl="bgAcc1" presStyleIdx="4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36371ED-998C-438A-8438-76EDC0F263B8}" type="pres">
      <dgm:prSet presAssocID="{E30D2C10-ECD3-4DC6-977F-075F7153D12F}" presName="Name13" presStyleLbl="parChTrans1D2" presStyleIdx="5" presStyleCnt="7"/>
      <dgm:spPr/>
      <dgm:t>
        <a:bodyPr/>
        <a:lstStyle/>
        <a:p>
          <a:endParaRPr lang="zh-CN" altLang="en-US"/>
        </a:p>
      </dgm:t>
    </dgm:pt>
    <dgm:pt modelId="{FD30207A-1FB9-495A-95D4-CFF0767CB9A1}" type="pres">
      <dgm:prSet presAssocID="{D04ED765-97FC-4A31-A73E-E82683C5FEF1}" presName="childText" presStyleLbl="bgAcc1" presStyleIdx="5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EA7700-E153-406F-BE1D-DCF87B491978}" type="pres">
      <dgm:prSet presAssocID="{987DB1E0-CF55-4768-A991-F8ADC264BFA5}" presName="Name13" presStyleLbl="parChTrans1D2" presStyleIdx="6" presStyleCnt="7"/>
      <dgm:spPr/>
      <dgm:t>
        <a:bodyPr/>
        <a:lstStyle/>
        <a:p>
          <a:endParaRPr lang="zh-CN" altLang="en-US"/>
        </a:p>
      </dgm:t>
    </dgm:pt>
    <dgm:pt modelId="{B41C64D6-71F9-41E9-A068-BC380DF877F3}" type="pres">
      <dgm:prSet presAssocID="{88A28009-6E9C-4A71-AE27-EBC30E42E078}" presName="childText" presStyleLbl="bgAcc1" presStyleIdx="6" presStyleCnt="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B5D181F-ADAB-4383-B75A-35AFAA0937C5}" srcId="{96EDB854-E213-4886-BC82-0E347C7FA28E}" destId="{93AB7D18-0D95-4728-9C11-8D1910500B91}" srcOrd="1" destOrd="0" parTransId="{94514C2F-C6B3-48CF-A5DA-0AE94AFA999F}" sibTransId="{73A96ADC-7DB9-4077-B212-589215780E9E}"/>
    <dgm:cxn modelId="{65D06CA5-F292-482B-9FF7-3E0C85855A64}" type="presOf" srcId="{96EDB854-E213-4886-BC82-0E347C7FA28E}" destId="{A2B71D92-26E6-4788-91D0-F6A003DEAF41}" srcOrd="1" destOrd="0" presId="urn:microsoft.com/office/officeart/2005/8/layout/hierarchy3"/>
    <dgm:cxn modelId="{391965E9-087D-421A-9802-AACB90B474BE}" srcId="{96EDB854-E213-4886-BC82-0E347C7FA28E}" destId="{CABC77B8-B003-4975-AB02-33BA675A0452}" srcOrd="3" destOrd="0" parTransId="{94FD8762-4BDD-43AA-9D42-1767FAB88DFD}" sibTransId="{99C9EB45-80F2-42C7-85A9-0BE12FC609D8}"/>
    <dgm:cxn modelId="{371F6B03-0A5D-4A4E-B0ED-1D6C8E5B70D8}" srcId="{76C0BA80-469F-41DA-A825-17F6C5FE3F17}" destId="{96EDB854-E213-4886-BC82-0E347C7FA28E}" srcOrd="0" destOrd="0" parTransId="{1B64AB8B-7777-4D9E-A58E-15C0863A6400}" sibTransId="{3D5F01E2-B244-453B-8C89-D07945E99A0E}"/>
    <dgm:cxn modelId="{B1C8863F-8E41-4F57-98A3-A73229256E37}" srcId="{96EDB854-E213-4886-BC82-0E347C7FA28E}" destId="{0B5ED2D4-6328-4336-B0BF-A7F30D7FB49E}" srcOrd="2" destOrd="0" parTransId="{F4627A9A-AEF8-4482-809C-84C104848129}" sibTransId="{94A7E039-CECE-42A5-A940-28FFD0FF7C25}"/>
    <dgm:cxn modelId="{9607F1A5-2487-493D-A982-9B0975809DED}" type="presOf" srcId="{CCE5674D-5B40-4ED9-AF63-FCE6E50F124E}" destId="{6D17FB1B-76B6-4AE2-8CB5-40A1AE133090}" srcOrd="0" destOrd="0" presId="urn:microsoft.com/office/officeart/2005/8/layout/hierarchy3"/>
    <dgm:cxn modelId="{CAE2BACE-DAEF-4BD5-887B-02EB12381959}" type="presOf" srcId="{081CC47A-50E1-4AB9-BF9B-C5DB560F8D0C}" destId="{1662B6E0-3579-417E-8CB0-702F37233C76}" srcOrd="0" destOrd="0" presId="urn:microsoft.com/office/officeart/2005/8/layout/hierarchy3"/>
    <dgm:cxn modelId="{627817DB-7246-4B71-A53B-26CB6B4D2057}" srcId="{96EDB854-E213-4886-BC82-0E347C7FA28E}" destId="{88A28009-6E9C-4A71-AE27-EBC30E42E078}" srcOrd="6" destOrd="0" parTransId="{987DB1E0-CF55-4768-A991-F8ADC264BFA5}" sibTransId="{3CA0BDA6-9C42-4195-8314-C2F294CCAA5A}"/>
    <dgm:cxn modelId="{818554A6-53AE-4D23-A8FD-973554629046}" srcId="{96EDB854-E213-4886-BC82-0E347C7FA28E}" destId="{D04ED765-97FC-4A31-A73E-E82683C5FEF1}" srcOrd="5" destOrd="0" parTransId="{E30D2C10-ECD3-4DC6-977F-075F7153D12F}" sibTransId="{E25907A8-B467-4C54-82BF-9B76B0B17439}"/>
    <dgm:cxn modelId="{D33C43C2-280E-4094-904D-6C25FCD89E79}" type="presOf" srcId="{93AB7D18-0D95-4728-9C11-8D1910500B91}" destId="{E9AD5FEA-84F2-4F5B-91D3-08EF5DFF7A57}" srcOrd="0" destOrd="0" presId="urn:microsoft.com/office/officeart/2005/8/layout/hierarchy3"/>
    <dgm:cxn modelId="{6CA42C66-AAE8-4CEA-8505-816D1C2B8DE6}" type="presOf" srcId="{11E8418A-C829-4CA7-BA48-342674A21A06}" destId="{7FE1DEE6-52D9-44CA-8885-6CBFABEF6366}" srcOrd="0" destOrd="0" presId="urn:microsoft.com/office/officeart/2005/8/layout/hierarchy3"/>
    <dgm:cxn modelId="{4FA9AE10-FE1B-4CBC-85F2-3BA277638404}" type="presOf" srcId="{94514C2F-C6B3-48CF-A5DA-0AE94AFA999F}" destId="{B3DAD7D9-7397-4A96-BB8C-6D324799DB8B}" srcOrd="0" destOrd="0" presId="urn:microsoft.com/office/officeart/2005/8/layout/hierarchy3"/>
    <dgm:cxn modelId="{1227E515-8762-40EB-8FA1-E85C80A245C8}" type="presOf" srcId="{D2934486-8299-489A-9115-7DD628DC0D00}" destId="{AD25FEF6-B1B2-4F65-AD3B-441494142941}" srcOrd="0" destOrd="0" presId="urn:microsoft.com/office/officeart/2005/8/layout/hierarchy3"/>
    <dgm:cxn modelId="{06C1DE3C-8CBA-4566-9EC1-C0D27C57A55E}" type="presOf" srcId="{96EDB854-E213-4886-BC82-0E347C7FA28E}" destId="{45F62119-2AE3-49AE-B5F6-9F47262150A2}" srcOrd="0" destOrd="0" presId="urn:microsoft.com/office/officeart/2005/8/layout/hierarchy3"/>
    <dgm:cxn modelId="{E9C022F4-F586-44BD-BB62-358BDD9AE0AA}" type="presOf" srcId="{D04ED765-97FC-4A31-A73E-E82683C5FEF1}" destId="{FD30207A-1FB9-495A-95D4-CFF0767CB9A1}" srcOrd="0" destOrd="0" presId="urn:microsoft.com/office/officeart/2005/8/layout/hierarchy3"/>
    <dgm:cxn modelId="{B00A39CB-3EBF-46AE-8C24-034E644AF527}" type="presOf" srcId="{76C0BA80-469F-41DA-A825-17F6C5FE3F17}" destId="{FE0FBCA6-99AF-4C5B-B247-C27634E11591}" srcOrd="0" destOrd="0" presId="urn:microsoft.com/office/officeart/2005/8/layout/hierarchy3"/>
    <dgm:cxn modelId="{8AB9ABB3-B941-409F-AD77-C3FEB406441C}" srcId="{96EDB854-E213-4886-BC82-0E347C7FA28E}" destId="{081CC47A-50E1-4AB9-BF9B-C5DB560F8D0C}" srcOrd="0" destOrd="0" parTransId="{CCE5674D-5B40-4ED9-AF63-FCE6E50F124E}" sibTransId="{50A57188-E9A9-4157-9490-48AB0AE4D4A7}"/>
    <dgm:cxn modelId="{4B7C8958-88F7-49E9-B3F8-D5D133D8BC49}" type="presOf" srcId="{94FD8762-4BDD-43AA-9D42-1767FAB88DFD}" destId="{6F806D55-D0D2-4B2F-AF1D-FE15CE24A85D}" srcOrd="0" destOrd="0" presId="urn:microsoft.com/office/officeart/2005/8/layout/hierarchy3"/>
    <dgm:cxn modelId="{93D45DA7-0218-4F58-8F07-E643F613270A}" type="presOf" srcId="{F4627A9A-AEF8-4482-809C-84C104848129}" destId="{3E499305-BD85-48FC-8A06-FDB7DD911594}" srcOrd="0" destOrd="0" presId="urn:microsoft.com/office/officeart/2005/8/layout/hierarchy3"/>
    <dgm:cxn modelId="{F11A6103-6131-4A15-A103-38905E11225B}" type="presOf" srcId="{88A28009-6E9C-4A71-AE27-EBC30E42E078}" destId="{B41C64D6-71F9-41E9-A068-BC380DF877F3}" srcOrd="0" destOrd="0" presId="urn:microsoft.com/office/officeart/2005/8/layout/hierarchy3"/>
    <dgm:cxn modelId="{072A27C0-368C-4ADD-A82F-BA6A3A31EDDE}" type="presOf" srcId="{E30D2C10-ECD3-4DC6-977F-075F7153D12F}" destId="{036371ED-998C-438A-8438-76EDC0F263B8}" srcOrd="0" destOrd="0" presId="urn:microsoft.com/office/officeart/2005/8/layout/hierarchy3"/>
    <dgm:cxn modelId="{2E959AC1-B7A7-4777-8E9D-D717CD70B72D}" srcId="{96EDB854-E213-4886-BC82-0E347C7FA28E}" destId="{D2934486-8299-489A-9115-7DD628DC0D00}" srcOrd="4" destOrd="0" parTransId="{11E8418A-C829-4CA7-BA48-342674A21A06}" sibTransId="{750AD844-493E-4AB4-9CB3-39A50DC78D72}"/>
    <dgm:cxn modelId="{2AFF1625-FFB2-425C-AB37-F14239F7AED6}" type="presOf" srcId="{CABC77B8-B003-4975-AB02-33BA675A0452}" destId="{41062F6B-5428-4B9E-98D1-E8DC19328BBF}" srcOrd="0" destOrd="0" presId="urn:microsoft.com/office/officeart/2005/8/layout/hierarchy3"/>
    <dgm:cxn modelId="{BFB6AA5A-CB15-4856-ABB4-B4B47EA787DE}" type="presOf" srcId="{987DB1E0-CF55-4768-A991-F8ADC264BFA5}" destId="{EEEA7700-E153-406F-BE1D-DCF87B491978}" srcOrd="0" destOrd="0" presId="urn:microsoft.com/office/officeart/2005/8/layout/hierarchy3"/>
    <dgm:cxn modelId="{14B7F0B4-E149-4FBB-9B25-685DA8EB5709}" type="presOf" srcId="{0B5ED2D4-6328-4336-B0BF-A7F30D7FB49E}" destId="{BC0D769C-2E6C-4C51-BFB1-9AB074EEE06F}" srcOrd="0" destOrd="0" presId="urn:microsoft.com/office/officeart/2005/8/layout/hierarchy3"/>
    <dgm:cxn modelId="{2FD8B54E-977E-424E-AF40-1A569355E3BC}" type="presParOf" srcId="{FE0FBCA6-99AF-4C5B-B247-C27634E11591}" destId="{2B5E6359-03CB-4583-B9CF-F4F0A1EACFF6}" srcOrd="0" destOrd="0" presId="urn:microsoft.com/office/officeart/2005/8/layout/hierarchy3"/>
    <dgm:cxn modelId="{EC8BDA60-10CD-4B1A-A6BD-48A5666EA91E}" type="presParOf" srcId="{2B5E6359-03CB-4583-B9CF-F4F0A1EACFF6}" destId="{D8E4B96A-C3D6-4ECE-972D-0F44529B55E2}" srcOrd="0" destOrd="0" presId="urn:microsoft.com/office/officeart/2005/8/layout/hierarchy3"/>
    <dgm:cxn modelId="{FD06A4F7-63A6-4D10-B7B9-8EB24690FE34}" type="presParOf" srcId="{D8E4B96A-C3D6-4ECE-972D-0F44529B55E2}" destId="{45F62119-2AE3-49AE-B5F6-9F47262150A2}" srcOrd="0" destOrd="0" presId="urn:microsoft.com/office/officeart/2005/8/layout/hierarchy3"/>
    <dgm:cxn modelId="{E12E85EE-160F-4E99-B5C8-2211EEC724B5}" type="presParOf" srcId="{D8E4B96A-C3D6-4ECE-972D-0F44529B55E2}" destId="{A2B71D92-26E6-4788-91D0-F6A003DEAF41}" srcOrd="1" destOrd="0" presId="urn:microsoft.com/office/officeart/2005/8/layout/hierarchy3"/>
    <dgm:cxn modelId="{A9F590C1-5746-4F84-A2FF-9CECFDC9BF6F}" type="presParOf" srcId="{2B5E6359-03CB-4583-B9CF-F4F0A1EACFF6}" destId="{BC1F1AEC-507F-4515-9099-8AC5E5C4F7D4}" srcOrd="1" destOrd="0" presId="urn:microsoft.com/office/officeart/2005/8/layout/hierarchy3"/>
    <dgm:cxn modelId="{7C7B388E-6B10-484B-BFD9-19CC1493BE34}" type="presParOf" srcId="{BC1F1AEC-507F-4515-9099-8AC5E5C4F7D4}" destId="{6D17FB1B-76B6-4AE2-8CB5-40A1AE133090}" srcOrd="0" destOrd="0" presId="urn:microsoft.com/office/officeart/2005/8/layout/hierarchy3"/>
    <dgm:cxn modelId="{DEEDD399-550E-4692-9081-2E7019027BF3}" type="presParOf" srcId="{BC1F1AEC-507F-4515-9099-8AC5E5C4F7D4}" destId="{1662B6E0-3579-417E-8CB0-702F37233C76}" srcOrd="1" destOrd="0" presId="urn:microsoft.com/office/officeart/2005/8/layout/hierarchy3"/>
    <dgm:cxn modelId="{129A8DB4-414B-4D32-943D-A96893819341}" type="presParOf" srcId="{BC1F1AEC-507F-4515-9099-8AC5E5C4F7D4}" destId="{B3DAD7D9-7397-4A96-BB8C-6D324799DB8B}" srcOrd="2" destOrd="0" presId="urn:microsoft.com/office/officeart/2005/8/layout/hierarchy3"/>
    <dgm:cxn modelId="{EB573E7D-0D7E-49EC-B715-9E1CC43988F2}" type="presParOf" srcId="{BC1F1AEC-507F-4515-9099-8AC5E5C4F7D4}" destId="{E9AD5FEA-84F2-4F5B-91D3-08EF5DFF7A57}" srcOrd="3" destOrd="0" presId="urn:microsoft.com/office/officeart/2005/8/layout/hierarchy3"/>
    <dgm:cxn modelId="{4DA474C7-55D3-4B66-B66B-BCFEC6EBB324}" type="presParOf" srcId="{BC1F1AEC-507F-4515-9099-8AC5E5C4F7D4}" destId="{3E499305-BD85-48FC-8A06-FDB7DD911594}" srcOrd="4" destOrd="0" presId="urn:microsoft.com/office/officeart/2005/8/layout/hierarchy3"/>
    <dgm:cxn modelId="{FCFAFE26-7944-43B6-8715-285A5C6B2E5F}" type="presParOf" srcId="{BC1F1AEC-507F-4515-9099-8AC5E5C4F7D4}" destId="{BC0D769C-2E6C-4C51-BFB1-9AB074EEE06F}" srcOrd="5" destOrd="0" presId="urn:microsoft.com/office/officeart/2005/8/layout/hierarchy3"/>
    <dgm:cxn modelId="{A4A43B2F-D84A-41FA-A387-06B98B40F57D}" type="presParOf" srcId="{BC1F1AEC-507F-4515-9099-8AC5E5C4F7D4}" destId="{6F806D55-D0D2-4B2F-AF1D-FE15CE24A85D}" srcOrd="6" destOrd="0" presId="urn:microsoft.com/office/officeart/2005/8/layout/hierarchy3"/>
    <dgm:cxn modelId="{39C84381-2704-47BE-A8F2-4D18B0229324}" type="presParOf" srcId="{BC1F1AEC-507F-4515-9099-8AC5E5C4F7D4}" destId="{41062F6B-5428-4B9E-98D1-E8DC19328BBF}" srcOrd="7" destOrd="0" presId="urn:microsoft.com/office/officeart/2005/8/layout/hierarchy3"/>
    <dgm:cxn modelId="{28FA5FDF-4F4A-49BB-BF36-0AC5A5FE5FD2}" type="presParOf" srcId="{BC1F1AEC-507F-4515-9099-8AC5E5C4F7D4}" destId="{7FE1DEE6-52D9-44CA-8885-6CBFABEF6366}" srcOrd="8" destOrd="0" presId="urn:microsoft.com/office/officeart/2005/8/layout/hierarchy3"/>
    <dgm:cxn modelId="{03AA4694-2EDB-4FDA-A9F5-257D551066D2}" type="presParOf" srcId="{BC1F1AEC-507F-4515-9099-8AC5E5C4F7D4}" destId="{AD25FEF6-B1B2-4F65-AD3B-441494142941}" srcOrd="9" destOrd="0" presId="urn:microsoft.com/office/officeart/2005/8/layout/hierarchy3"/>
    <dgm:cxn modelId="{8134B0D8-CB21-443C-AF71-36DDFE7F3C1B}" type="presParOf" srcId="{BC1F1AEC-507F-4515-9099-8AC5E5C4F7D4}" destId="{036371ED-998C-438A-8438-76EDC0F263B8}" srcOrd="10" destOrd="0" presId="urn:microsoft.com/office/officeart/2005/8/layout/hierarchy3"/>
    <dgm:cxn modelId="{9B32B0B4-37A1-42F0-A73F-73F9ABB17D00}" type="presParOf" srcId="{BC1F1AEC-507F-4515-9099-8AC5E5C4F7D4}" destId="{FD30207A-1FB9-495A-95D4-CFF0767CB9A1}" srcOrd="11" destOrd="0" presId="urn:microsoft.com/office/officeart/2005/8/layout/hierarchy3"/>
    <dgm:cxn modelId="{E4E49DD8-940C-43E2-AEAB-21ADC129AE00}" type="presParOf" srcId="{BC1F1AEC-507F-4515-9099-8AC5E5C4F7D4}" destId="{EEEA7700-E153-406F-BE1D-DCF87B491978}" srcOrd="12" destOrd="0" presId="urn:microsoft.com/office/officeart/2005/8/layout/hierarchy3"/>
    <dgm:cxn modelId="{53D08C4B-CD8B-4BAD-B79D-1D2AABA960CF}" type="presParOf" srcId="{BC1F1AEC-507F-4515-9099-8AC5E5C4F7D4}" destId="{B41C64D6-71F9-41E9-A068-BC380DF877F3}" srcOrd="1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BA6432-C5BC-4DF5-8309-B239B706947C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0FFDBB76-0C1D-4497-8D1F-85CF025BCF7E}">
      <dgm:prSet phldrT="[文本]" custT="1"/>
      <dgm:spPr/>
      <dgm:t>
        <a:bodyPr/>
        <a:lstStyle/>
        <a:p>
          <a:r>
            <a:rPr lang="zh-CN" altLang="en-US" sz="1400" dirty="0" smtClean="0"/>
            <a:t>基础功能</a:t>
          </a:r>
          <a:endParaRPr lang="zh-CN" altLang="en-US" sz="1400" dirty="0"/>
        </a:p>
      </dgm:t>
    </dgm:pt>
    <dgm:pt modelId="{20EC1139-BD37-4758-9B03-33D42FC9D8E7}" type="parTrans" cxnId="{D0100F28-2205-47E6-972B-16492DE45186}">
      <dgm:prSet/>
      <dgm:spPr/>
      <dgm:t>
        <a:bodyPr/>
        <a:lstStyle/>
        <a:p>
          <a:endParaRPr lang="zh-CN" altLang="en-US" sz="1400"/>
        </a:p>
      </dgm:t>
    </dgm:pt>
    <dgm:pt modelId="{2B5BB1B4-D324-4524-BDCE-2C062D2E7BDE}" type="sibTrans" cxnId="{D0100F28-2205-47E6-972B-16492DE45186}">
      <dgm:prSet custT="1"/>
      <dgm:spPr/>
      <dgm:t>
        <a:bodyPr/>
        <a:lstStyle/>
        <a:p>
          <a:endParaRPr lang="zh-CN" altLang="en-US" sz="1400"/>
        </a:p>
      </dgm:t>
    </dgm:pt>
    <dgm:pt modelId="{6C375272-F08D-4537-BB3A-831271A25984}">
      <dgm:prSet phldrT="[文本]" custT="1">
        <dgm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1400" dirty="0" smtClean="0"/>
            <a:t>完整版本</a:t>
          </a:r>
          <a:endParaRPr lang="zh-CN" altLang="en-US" sz="1400" dirty="0"/>
        </a:p>
      </dgm:t>
    </dgm:pt>
    <dgm:pt modelId="{595BA6E9-D273-4934-B173-F3AEE15BCE1A}" type="parTrans" cxnId="{E431F6C2-8041-40A7-A39F-9D1768F9F515}">
      <dgm:prSet/>
      <dgm:spPr/>
      <dgm:t>
        <a:bodyPr/>
        <a:lstStyle/>
        <a:p>
          <a:endParaRPr lang="zh-CN" altLang="en-US" sz="1400"/>
        </a:p>
      </dgm:t>
    </dgm:pt>
    <dgm:pt modelId="{13E36FF0-1D2B-46E4-9186-18F56763B233}" type="sibTrans" cxnId="{E431F6C2-8041-40A7-A39F-9D1768F9F515}">
      <dgm:prSet custT="1"/>
      <dgm:spPr/>
      <dgm:t>
        <a:bodyPr/>
        <a:lstStyle/>
        <a:p>
          <a:endParaRPr lang="zh-CN" altLang="en-US" sz="1400"/>
        </a:p>
      </dgm:t>
    </dgm:pt>
    <dgm:pt modelId="{E328C1DE-3C21-4B99-992F-D1F43356E2E3}">
      <dgm:prSet phldrT="[文本]" custT="1"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1400" dirty="0" smtClean="0"/>
            <a:t>持续开发</a:t>
          </a:r>
          <a:endParaRPr lang="zh-CN" altLang="en-US" sz="1400" dirty="0"/>
        </a:p>
      </dgm:t>
    </dgm:pt>
    <dgm:pt modelId="{A99AD74E-88EE-4200-AE28-A342F8BD0DF7}" type="parTrans" cxnId="{E5169F3F-B772-40A0-9EE2-F125DF61E8F2}">
      <dgm:prSet/>
      <dgm:spPr/>
      <dgm:t>
        <a:bodyPr/>
        <a:lstStyle/>
        <a:p>
          <a:endParaRPr lang="zh-CN" altLang="en-US" sz="1400"/>
        </a:p>
      </dgm:t>
    </dgm:pt>
    <dgm:pt modelId="{16F08D27-A257-458C-AC7A-DDE32A5C5E90}" type="sibTrans" cxnId="{E5169F3F-B772-40A0-9EE2-F125DF61E8F2}">
      <dgm:prSet/>
      <dgm:spPr/>
      <dgm:t>
        <a:bodyPr/>
        <a:lstStyle/>
        <a:p>
          <a:endParaRPr lang="zh-CN" altLang="en-US" sz="1400"/>
        </a:p>
      </dgm:t>
    </dgm:pt>
    <dgm:pt modelId="{BCA9A195-8BBB-4DDD-B0C8-A72ED413C5A3}">
      <dgm:prSet phldrT="[文本]" custT="1"/>
      <dgm:spPr/>
      <dgm:t>
        <a:bodyPr/>
        <a:lstStyle/>
        <a:p>
          <a:r>
            <a:rPr lang="zh-CN" altLang="en-US" sz="1400" dirty="0" smtClean="0"/>
            <a:t>外部</a:t>
          </a:r>
          <a:r>
            <a:rPr lang="en-US" altLang="zh-CN" sz="1400" dirty="0" smtClean="0"/>
            <a:t>SDK</a:t>
          </a:r>
          <a:endParaRPr lang="zh-CN" altLang="en-US" sz="1400" dirty="0"/>
        </a:p>
      </dgm:t>
    </dgm:pt>
    <dgm:pt modelId="{A6A7B4A1-3CFE-4ABD-BBFA-88B192066052}" type="parTrans" cxnId="{74E9E283-4DA7-44B2-B239-16A74489434A}">
      <dgm:prSet/>
      <dgm:spPr/>
      <dgm:t>
        <a:bodyPr/>
        <a:lstStyle/>
        <a:p>
          <a:endParaRPr lang="zh-CN" altLang="en-US" sz="1400"/>
        </a:p>
      </dgm:t>
    </dgm:pt>
    <dgm:pt modelId="{ECDF5421-1594-43DA-8FAF-BE9DEF8E3477}" type="sibTrans" cxnId="{74E9E283-4DA7-44B2-B239-16A74489434A}">
      <dgm:prSet/>
      <dgm:spPr/>
      <dgm:t>
        <a:bodyPr/>
        <a:lstStyle/>
        <a:p>
          <a:endParaRPr lang="zh-CN" altLang="en-US" sz="1400"/>
        </a:p>
      </dgm:t>
    </dgm:pt>
    <dgm:pt modelId="{888E3E57-F9F9-48D4-AAD4-DF154444D475}">
      <dgm:prSet phldrT="[文本]" custT="1"/>
      <dgm:spPr/>
      <dgm:t>
        <a:bodyPr/>
        <a:lstStyle/>
        <a:p>
          <a:r>
            <a:rPr lang="en-US" altLang="zh-CN" sz="1200" dirty="0" smtClean="0"/>
            <a:t> </a:t>
          </a:r>
          <a:r>
            <a:rPr lang="zh-CN" altLang="en-US" sz="1200" dirty="0" smtClean="0"/>
            <a:t>模块功能（可用版本）</a:t>
          </a:r>
          <a:endParaRPr lang="zh-CN" altLang="en-US" sz="1200" dirty="0"/>
        </a:p>
      </dgm:t>
    </dgm:pt>
    <dgm:pt modelId="{61B424A8-E30E-444F-80A8-F159D0EED15A}" type="parTrans" cxnId="{787A5B0C-52A9-4849-90D7-3A16591A1D05}">
      <dgm:prSet/>
      <dgm:spPr/>
      <dgm:t>
        <a:bodyPr/>
        <a:lstStyle/>
        <a:p>
          <a:endParaRPr lang="zh-CN" altLang="en-US"/>
        </a:p>
      </dgm:t>
    </dgm:pt>
    <dgm:pt modelId="{3A45E8EF-201B-4452-B6D5-9980534BC6A4}" type="sibTrans" cxnId="{787A5B0C-52A9-4849-90D7-3A16591A1D05}">
      <dgm:prSet/>
      <dgm:spPr/>
      <dgm:t>
        <a:bodyPr/>
        <a:lstStyle/>
        <a:p>
          <a:endParaRPr lang="zh-CN" altLang="en-US"/>
        </a:p>
      </dgm:t>
    </dgm:pt>
    <dgm:pt modelId="{1106B7E9-4411-43EB-B565-8467F159F6BD}">
      <dgm:prSet phldrT="[文本]" custT="1"/>
      <dgm:spPr/>
      <dgm:t>
        <a:bodyPr/>
        <a:lstStyle/>
        <a:p>
          <a:r>
            <a:rPr lang="zh-CN" altLang="en-US" sz="1400" dirty="0" smtClean="0"/>
            <a:t>打包工具（包括美术资源打包、策划资源生成打包）</a:t>
          </a:r>
          <a:endParaRPr lang="zh-CN" altLang="en-US" sz="1400" dirty="0"/>
        </a:p>
      </dgm:t>
    </dgm:pt>
    <dgm:pt modelId="{A3AB547C-128C-4774-B4AF-D783B44C32D3}" type="parTrans" cxnId="{F70322B4-8BAB-4C34-A5DA-025D5689C469}">
      <dgm:prSet/>
      <dgm:spPr/>
      <dgm:t>
        <a:bodyPr/>
        <a:lstStyle/>
        <a:p>
          <a:endParaRPr lang="zh-CN" altLang="en-US"/>
        </a:p>
      </dgm:t>
    </dgm:pt>
    <dgm:pt modelId="{0B919DC1-2363-4597-9C24-EAF2DBA9A0E5}" type="sibTrans" cxnId="{F70322B4-8BAB-4C34-A5DA-025D5689C469}">
      <dgm:prSet/>
      <dgm:spPr/>
      <dgm:t>
        <a:bodyPr/>
        <a:lstStyle/>
        <a:p>
          <a:endParaRPr lang="zh-CN" altLang="en-US"/>
        </a:p>
      </dgm:t>
    </dgm:pt>
    <dgm:pt modelId="{66C5B413-8558-4AB8-A466-6514B2287B5B}">
      <dgm:prSet phldrT="[文本]" custT="1"/>
      <dgm:spPr/>
      <dgm:t>
        <a:bodyPr/>
        <a:lstStyle/>
        <a:p>
          <a:r>
            <a:rPr lang="zh-CN" altLang="en-US" sz="1400" dirty="0" smtClean="0"/>
            <a:t>热更</a:t>
          </a:r>
          <a:endParaRPr lang="zh-CN" altLang="en-US" sz="1400" dirty="0"/>
        </a:p>
      </dgm:t>
    </dgm:pt>
    <dgm:pt modelId="{01CDE6B9-C100-4FDD-9E6E-92D30442D8FC}" type="parTrans" cxnId="{9C0664CE-88C1-4791-8E05-95FCC4895982}">
      <dgm:prSet/>
      <dgm:spPr/>
      <dgm:t>
        <a:bodyPr/>
        <a:lstStyle/>
        <a:p>
          <a:endParaRPr lang="zh-CN" altLang="en-US"/>
        </a:p>
      </dgm:t>
    </dgm:pt>
    <dgm:pt modelId="{989E48BD-BDDB-4295-AA9D-7E5325A0B5E0}" type="sibTrans" cxnId="{9C0664CE-88C1-4791-8E05-95FCC4895982}">
      <dgm:prSet/>
      <dgm:spPr/>
      <dgm:t>
        <a:bodyPr/>
        <a:lstStyle/>
        <a:p>
          <a:endParaRPr lang="zh-CN" altLang="en-US"/>
        </a:p>
      </dgm:t>
    </dgm:pt>
    <dgm:pt modelId="{D37BDB15-C9DA-42E6-86AC-099A95F080CA}">
      <dgm:prSet phldrT="[文本]" custT="1"/>
      <dgm:spPr/>
      <dgm:t>
        <a:bodyPr/>
        <a:lstStyle/>
        <a:p>
          <a:r>
            <a:rPr lang="zh-CN" altLang="en-US" sz="1400" dirty="0" smtClean="0"/>
            <a:t>项目协作拆分</a:t>
          </a:r>
          <a:endParaRPr lang="zh-CN" altLang="en-US" sz="1400" dirty="0"/>
        </a:p>
      </dgm:t>
    </dgm:pt>
    <dgm:pt modelId="{1783ADED-294E-4658-9BCA-F4DEB024D722}" type="parTrans" cxnId="{950384A5-4747-45F4-85CF-1E782D79320E}">
      <dgm:prSet/>
      <dgm:spPr/>
      <dgm:t>
        <a:bodyPr/>
        <a:lstStyle/>
        <a:p>
          <a:endParaRPr lang="zh-CN" altLang="en-US"/>
        </a:p>
      </dgm:t>
    </dgm:pt>
    <dgm:pt modelId="{0DFCD6D7-AA1F-4B89-BB66-78522C7B2C59}" type="sibTrans" cxnId="{950384A5-4747-45F4-85CF-1E782D79320E}">
      <dgm:prSet/>
      <dgm:spPr/>
      <dgm:t>
        <a:bodyPr/>
        <a:lstStyle/>
        <a:p>
          <a:endParaRPr lang="zh-CN" altLang="en-US"/>
        </a:p>
      </dgm:t>
    </dgm:pt>
    <dgm:pt modelId="{786A43C5-4B28-4840-B7A2-2739E6E51029}">
      <dgm:prSet phldrT="[文本]" custT="1"/>
      <dgm:spPr/>
      <dgm:t>
        <a:bodyPr/>
        <a:lstStyle/>
        <a:p>
          <a:r>
            <a:rPr lang="zh-CN" altLang="en-US" sz="1400" dirty="0" smtClean="0"/>
            <a:t>网络层（网络通讯先实现</a:t>
          </a:r>
          <a:r>
            <a:rPr lang="en-US" altLang="zh-CN" sz="1400" dirty="0" smtClean="0"/>
            <a:t>TCP</a:t>
          </a:r>
          <a:r>
            <a:rPr lang="zh-CN" altLang="en-US" sz="1400" dirty="0" smtClean="0"/>
            <a:t>）</a:t>
          </a:r>
          <a:endParaRPr lang="zh-CN" altLang="en-US" sz="1400" dirty="0"/>
        </a:p>
      </dgm:t>
    </dgm:pt>
    <dgm:pt modelId="{13D6C310-F724-46DB-B266-9890E9452D60}" type="parTrans" cxnId="{984BDF0D-0D36-4DBA-B00A-6C520263B69D}">
      <dgm:prSet/>
      <dgm:spPr/>
      <dgm:t>
        <a:bodyPr/>
        <a:lstStyle/>
        <a:p>
          <a:endParaRPr lang="zh-CN" altLang="en-US"/>
        </a:p>
      </dgm:t>
    </dgm:pt>
    <dgm:pt modelId="{8FCAF058-23DC-4553-A026-76AF4863A0AC}" type="sibTrans" cxnId="{984BDF0D-0D36-4DBA-B00A-6C520263B69D}">
      <dgm:prSet/>
      <dgm:spPr/>
      <dgm:t>
        <a:bodyPr/>
        <a:lstStyle/>
        <a:p>
          <a:endParaRPr lang="zh-CN" altLang="en-US"/>
        </a:p>
      </dgm:t>
    </dgm:pt>
    <dgm:pt modelId="{34FD3F4C-634A-4AA4-80CA-2A584F0337DE}">
      <dgm:prSet phldrT="[文本]" custT="1"/>
      <dgm:spPr/>
      <dgm:t>
        <a:bodyPr/>
        <a:lstStyle/>
        <a:p>
          <a:r>
            <a:rPr lang="zh-CN" altLang="en-US" sz="1400" dirty="0" smtClean="0"/>
            <a:t>资源管理</a:t>
          </a:r>
          <a:endParaRPr lang="zh-CN" altLang="en-US" sz="1400" dirty="0"/>
        </a:p>
      </dgm:t>
    </dgm:pt>
    <dgm:pt modelId="{E22F89AE-1E21-4BC1-93B6-81ECA419C0B1}" type="parTrans" cxnId="{FEAE3E10-34C9-48ED-BE4E-058D3C941878}">
      <dgm:prSet/>
      <dgm:spPr/>
      <dgm:t>
        <a:bodyPr/>
        <a:lstStyle/>
        <a:p>
          <a:endParaRPr lang="zh-CN" altLang="en-US"/>
        </a:p>
      </dgm:t>
    </dgm:pt>
    <dgm:pt modelId="{250401F7-B0B9-4D53-81F4-63C25796C116}" type="sibTrans" cxnId="{FEAE3E10-34C9-48ED-BE4E-058D3C941878}">
      <dgm:prSet/>
      <dgm:spPr/>
      <dgm:t>
        <a:bodyPr/>
        <a:lstStyle/>
        <a:p>
          <a:endParaRPr lang="zh-CN" altLang="en-US"/>
        </a:p>
      </dgm:t>
    </dgm:pt>
    <dgm:pt modelId="{80D98CA3-8C14-4E76-94EE-64C0A975AEA4}">
      <dgm:prSet phldrT="[文本]" custT="1"/>
      <dgm:spPr/>
      <dgm:t>
        <a:bodyPr/>
        <a:lstStyle/>
        <a:p>
          <a:r>
            <a:rPr lang="en-US" altLang="zh-CN" sz="1400" dirty="0" smtClean="0"/>
            <a:t>Avatar</a:t>
          </a:r>
          <a:endParaRPr lang="zh-CN" altLang="en-US" sz="1400" dirty="0"/>
        </a:p>
      </dgm:t>
    </dgm:pt>
    <dgm:pt modelId="{83199429-5293-4520-B7AF-93DA8960F811}" type="parTrans" cxnId="{DA676065-7132-4147-9F98-B238B8260E67}">
      <dgm:prSet/>
      <dgm:spPr/>
      <dgm:t>
        <a:bodyPr/>
        <a:lstStyle/>
        <a:p>
          <a:endParaRPr lang="zh-CN" altLang="en-US"/>
        </a:p>
      </dgm:t>
    </dgm:pt>
    <dgm:pt modelId="{6E57C7F8-84D1-4032-88AC-535DBD50BA4A}" type="sibTrans" cxnId="{DA676065-7132-4147-9F98-B238B8260E67}">
      <dgm:prSet/>
      <dgm:spPr/>
      <dgm:t>
        <a:bodyPr/>
        <a:lstStyle/>
        <a:p>
          <a:endParaRPr lang="zh-CN" altLang="en-US"/>
        </a:p>
      </dgm:t>
    </dgm:pt>
    <dgm:pt modelId="{97D66B85-7B98-40B8-8CD8-33D17D8A04D2}">
      <dgm:prSet phldrT="[文本]" custT="1"/>
      <dgm:spPr/>
      <dgm:t>
        <a:bodyPr/>
        <a:lstStyle/>
        <a:p>
          <a:endParaRPr lang="zh-CN" altLang="en-US" sz="1400" dirty="0"/>
        </a:p>
      </dgm:t>
    </dgm:pt>
    <dgm:pt modelId="{769C9192-AD47-4EC6-8665-40E5E945AF4B}" type="parTrans" cxnId="{590BED80-647E-457A-9DD5-544EBAC83E66}">
      <dgm:prSet/>
      <dgm:spPr/>
      <dgm:t>
        <a:bodyPr/>
        <a:lstStyle/>
        <a:p>
          <a:endParaRPr lang="zh-CN" altLang="en-US"/>
        </a:p>
      </dgm:t>
    </dgm:pt>
    <dgm:pt modelId="{3D76C900-6A56-4DD9-B2CA-D76B6083D3EF}" type="sibTrans" cxnId="{590BED80-647E-457A-9DD5-544EBAC83E66}">
      <dgm:prSet/>
      <dgm:spPr/>
      <dgm:t>
        <a:bodyPr/>
        <a:lstStyle/>
        <a:p>
          <a:endParaRPr lang="zh-CN" altLang="en-US"/>
        </a:p>
      </dgm:t>
    </dgm:pt>
    <dgm:pt modelId="{20C14933-2FE6-40A3-95FD-3CA26E8DA592}">
      <dgm:prSet phldrT="[文本]" custT="1"/>
      <dgm:spPr/>
      <dgm:t>
        <a:bodyPr/>
        <a:lstStyle/>
        <a:p>
          <a:r>
            <a:rPr lang="zh-CN" altLang="en-US" sz="1400" dirty="0" smtClean="0"/>
            <a:t>镜头控制</a:t>
          </a:r>
          <a:endParaRPr lang="zh-CN" altLang="en-US" sz="1400" dirty="0"/>
        </a:p>
      </dgm:t>
    </dgm:pt>
    <dgm:pt modelId="{5D35786B-7878-4443-B007-CE12071C6C1E}" type="parTrans" cxnId="{59AE1960-CAAD-4DAA-A820-F29B6B9F5C67}">
      <dgm:prSet/>
      <dgm:spPr/>
      <dgm:t>
        <a:bodyPr/>
        <a:lstStyle/>
        <a:p>
          <a:endParaRPr lang="zh-CN" altLang="en-US"/>
        </a:p>
      </dgm:t>
    </dgm:pt>
    <dgm:pt modelId="{E2075847-900E-4A34-97AB-9EAC8CDBC516}" type="sibTrans" cxnId="{59AE1960-CAAD-4DAA-A820-F29B6B9F5C67}">
      <dgm:prSet/>
      <dgm:spPr/>
      <dgm:t>
        <a:bodyPr/>
        <a:lstStyle/>
        <a:p>
          <a:endParaRPr lang="zh-CN" altLang="en-US"/>
        </a:p>
      </dgm:t>
    </dgm:pt>
    <dgm:pt modelId="{8F57C7E7-90C1-46EF-B177-42FF028031AA}">
      <dgm:prSet phldrT="[文本]" custT="1"/>
      <dgm:spPr/>
      <dgm:t>
        <a:bodyPr/>
        <a:lstStyle/>
        <a:p>
          <a:r>
            <a:rPr lang="zh-CN" altLang="en-US" sz="1400" dirty="0" smtClean="0"/>
            <a:t>剧情</a:t>
          </a:r>
          <a:endParaRPr lang="zh-CN" altLang="en-US" sz="1400" dirty="0"/>
        </a:p>
      </dgm:t>
    </dgm:pt>
    <dgm:pt modelId="{AF357FE7-4E30-4426-BF52-E95F53B59232}" type="parTrans" cxnId="{5F4D23AA-EAEA-4FF5-AE7C-FB238C7AB4E4}">
      <dgm:prSet/>
      <dgm:spPr/>
      <dgm:t>
        <a:bodyPr/>
        <a:lstStyle/>
        <a:p>
          <a:endParaRPr lang="zh-CN" altLang="en-US"/>
        </a:p>
      </dgm:t>
    </dgm:pt>
    <dgm:pt modelId="{5E8CDE80-6ACD-45FA-AECF-D8E5F3776F1F}" type="sibTrans" cxnId="{5F4D23AA-EAEA-4FF5-AE7C-FB238C7AB4E4}">
      <dgm:prSet/>
      <dgm:spPr/>
      <dgm:t>
        <a:bodyPr/>
        <a:lstStyle/>
        <a:p>
          <a:endParaRPr lang="zh-CN" altLang="en-US"/>
        </a:p>
      </dgm:t>
    </dgm:pt>
    <dgm:pt modelId="{616C570C-6C15-4CD7-9870-71A5C6219EBE}">
      <dgm:prSet phldrT="[文本]" custT="1"/>
      <dgm:spPr/>
      <dgm:t>
        <a:bodyPr/>
        <a:lstStyle/>
        <a:p>
          <a:r>
            <a:rPr lang="zh-CN" altLang="en-US" sz="1400" dirty="0" smtClean="0"/>
            <a:t>日志</a:t>
          </a:r>
          <a:endParaRPr lang="zh-CN" altLang="en-US" sz="1400" dirty="0"/>
        </a:p>
      </dgm:t>
    </dgm:pt>
    <dgm:pt modelId="{F30CF5B4-A408-4940-A1B6-010BFCC46820}" type="parTrans" cxnId="{84C89882-04B5-45A4-8843-5C5733FF2E0D}">
      <dgm:prSet/>
      <dgm:spPr/>
      <dgm:t>
        <a:bodyPr/>
        <a:lstStyle/>
        <a:p>
          <a:endParaRPr lang="zh-CN" altLang="en-US"/>
        </a:p>
      </dgm:t>
    </dgm:pt>
    <dgm:pt modelId="{259E9949-ED8F-496B-8C41-1ED76F29AF7D}" type="sibTrans" cxnId="{84C89882-04B5-45A4-8843-5C5733FF2E0D}">
      <dgm:prSet/>
      <dgm:spPr/>
      <dgm:t>
        <a:bodyPr/>
        <a:lstStyle/>
        <a:p>
          <a:endParaRPr lang="zh-CN" altLang="en-US"/>
        </a:p>
      </dgm:t>
    </dgm:pt>
    <dgm:pt modelId="{036F6FE2-EC1F-4C7D-9119-98387BF722AF}">
      <dgm:prSet phldrT="[文本]" custT="1"/>
      <dgm:spPr/>
      <dgm:t>
        <a:bodyPr/>
        <a:lstStyle/>
        <a:p>
          <a:r>
            <a:rPr lang="zh-CN" altLang="en-US" sz="1400" dirty="0" smtClean="0"/>
            <a:t>渠道</a:t>
          </a:r>
          <a:r>
            <a:rPr lang="en-US" altLang="zh-CN" sz="1400" dirty="0" smtClean="0"/>
            <a:t>SDK</a:t>
          </a:r>
          <a:endParaRPr lang="zh-CN" altLang="en-US" sz="1400" dirty="0"/>
        </a:p>
      </dgm:t>
    </dgm:pt>
    <dgm:pt modelId="{0C5FAB7D-1574-4A2F-96D4-E4454D92466A}" type="parTrans" cxnId="{8CB78B0C-CD64-4C40-9819-4CF4253AE423}">
      <dgm:prSet/>
      <dgm:spPr/>
      <dgm:t>
        <a:bodyPr/>
        <a:lstStyle/>
        <a:p>
          <a:endParaRPr lang="zh-CN" altLang="en-US"/>
        </a:p>
      </dgm:t>
    </dgm:pt>
    <dgm:pt modelId="{F5A9A103-59B2-443E-A70F-E6851F669CC7}" type="sibTrans" cxnId="{8CB78B0C-CD64-4C40-9819-4CF4253AE423}">
      <dgm:prSet/>
      <dgm:spPr/>
      <dgm:t>
        <a:bodyPr/>
        <a:lstStyle/>
        <a:p>
          <a:endParaRPr lang="zh-CN" altLang="en-US"/>
        </a:p>
      </dgm:t>
    </dgm:pt>
    <dgm:pt modelId="{74E56557-408A-4392-8A51-F0D6EB1193B4}">
      <dgm:prSet phldrT="[文本]" custT="1"/>
      <dgm:spPr/>
      <dgm:t>
        <a:bodyPr/>
        <a:lstStyle/>
        <a:p>
          <a:r>
            <a:rPr lang="zh-CN" altLang="en-US" sz="1400" dirty="0" smtClean="0"/>
            <a:t>网页工具</a:t>
          </a:r>
          <a:endParaRPr lang="zh-CN" altLang="en-US" sz="1400" dirty="0"/>
        </a:p>
      </dgm:t>
    </dgm:pt>
    <dgm:pt modelId="{8D73965D-8517-47A1-8056-B1D663A8974A}" type="parTrans" cxnId="{88CC4DBC-6001-4A6F-8336-CECB0D9580DC}">
      <dgm:prSet/>
      <dgm:spPr/>
      <dgm:t>
        <a:bodyPr/>
        <a:lstStyle/>
        <a:p>
          <a:endParaRPr lang="zh-CN" altLang="en-US"/>
        </a:p>
      </dgm:t>
    </dgm:pt>
    <dgm:pt modelId="{500C660A-47B5-45D2-A7A7-22DCACFAA42A}" type="sibTrans" cxnId="{88CC4DBC-6001-4A6F-8336-CECB0D9580DC}">
      <dgm:prSet/>
      <dgm:spPr/>
      <dgm:t>
        <a:bodyPr/>
        <a:lstStyle/>
        <a:p>
          <a:endParaRPr lang="zh-CN" altLang="en-US"/>
        </a:p>
      </dgm:t>
    </dgm:pt>
    <dgm:pt modelId="{0D344EE7-B7A2-4D86-AFFF-DCD9CD3E6C8C}">
      <dgm:prSet phldrT="[文本]" custT="1"/>
      <dgm:spPr/>
      <dgm:t>
        <a:bodyPr/>
        <a:lstStyle/>
        <a:p>
          <a:r>
            <a:rPr lang="en-US" altLang="zh-CN" sz="1400" dirty="0" smtClean="0"/>
            <a:t>Unity</a:t>
          </a:r>
          <a:r>
            <a:rPr lang="zh-CN" altLang="en-US" sz="1400" dirty="0" smtClean="0"/>
            <a:t>内置工具</a:t>
          </a:r>
          <a:endParaRPr lang="zh-CN" altLang="en-US" sz="1400" dirty="0"/>
        </a:p>
      </dgm:t>
    </dgm:pt>
    <dgm:pt modelId="{C53B4D68-EBD5-4A78-B885-9FCF49418488}" type="parTrans" cxnId="{A3555477-A726-4F09-BA02-3F5479DA6CC4}">
      <dgm:prSet/>
      <dgm:spPr/>
      <dgm:t>
        <a:bodyPr/>
        <a:lstStyle/>
        <a:p>
          <a:endParaRPr lang="zh-CN" altLang="en-US"/>
        </a:p>
      </dgm:t>
    </dgm:pt>
    <dgm:pt modelId="{3EF3E187-DDD5-4F11-9C65-082E5D46D694}" type="sibTrans" cxnId="{A3555477-A726-4F09-BA02-3F5479DA6CC4}">
      <dgm:prSet/>
      <dgm:spPr/>
      <dgm:t>
        <a:bodyPr/>
        <a:lstStyle/>
        <a:p>
          <a:endParaRPr lang="zh-CN" altLang="en-US"/>
        </a:p>
      </dgm:t>
    </dgm:pt>
    <dgm:pt modelId="{37DB1214-073D-4788-96B8-E85C169BC4A6}">
      <dgm:prSet phldrT="[文本]" custT="1"/>
      <dgm:spPr/>
      <dgm:t>
        <a:bodyPr/>
        <a:lstStyle/>
        <a:p>
          <a:r>
            <a:rPr lang="zh-CN" altLang="en-US" sz="1400" dirty="0" smtClean="0"/>
            <a:t>不同类型游戏框架模块</a:t>
          </a:r>
          <a:endParaRPr lang="zh-CN" altLang="en-US" sz="1400" dirty="0"/>
        </a:p>
      </dgm:t>
    </dgm:pt>
    <dgm:pt modelId="{5C769F9E-9DF5-4BB4-9E9D-80338A9546AA}" type="parTrans" cxnId="{96867F0F-EFCF-419A-9CED-B9F26A2E8D6B}">
      <dgm:prSet/>
      <dgm:spPr/>
      <dgm:t>
        <a:bodyPr/>
        <a:lstStyle/>
        <a:p>
          <a:endParaRPr lang="zh-CN" altLang="en-US"/>
        </a:p>
      </dgm:t>
    </dgm:pt>
    <dgm:pt modelId="{2345CF5F-1F9A-4279-B0C9-8B65F041DC7C}" type="sibTrans" cxnId="{96867F0F-EFCF-419A-9CED-B9F26A2E8D6B}">
      <dgm:prSet/>
      <dgm:spPr/>
      <dgm:t>
        <a:bodyPr/>
        <a:lstStyle/>
        <a:p>
          <a:endParaRPr lang="zh-CN" altLang="en-US"/>
        </a:p>
      </dgm:t>
    </dgm:pt>
    <dgm:pt modelId="{71D36EAE-F7D4-4B5C-AE3C-B804053F93F5}">
      <dgm:prSet phldrT="[文本]" custT="1"/>
      <dgm:spPr/>
      <dgm:t>
        <a:bodyPr/>
        <a:lstStyle/>
        <a:p>
          <a:r>
            <a:rPr lang="zh-CN" altLang="en-US" sz="1400" dirty="0" smtClean="0"/>
            <a:t>场景管理模块</a:t>
          </a:r>
          <a:endParaRPr lang="zh-CN" altLang="en-US" sz="1400" dirty="0"/>
        </a:p>
      </dgm:t>
    </dgm:pt>
    <dgm:pt modelId="{616B6967-F234-486B-ADF1-BD2124B15633}" type="parTrans" cxnId="{0F123088-3762-43E8-A9CE-A2570B1C4AB0}">
      <dgm:prSet/>
      <dgm:spPr/>
      <dgm:t>
        <a:bodyPr/>
        <a:lstStyle/>
        <a:p>
          <a:endParaRPr lang="zh-CN" altLang="en-US"/>
        </a:p>
      </dgm:t>
    </dgm:pt>
    <dgm:pt modelId="{144277F0-0DF4-4DC4-BDE8-28852C9273E2}" type="sibTrans" cxnId="{0F123088-3762-43E8-A9CE-A2570B1C4AB0}">
      <dgm:prSet/>
      <dgm:spPr/>
      <dgm:t>
        <a:bodyPr/>
        <a:lstStyle/>
        <a:p>
          <a:endParaRPr lang="zh-CN" altLang="en-US"/>
        </a:p>
      </dgm:t>
    </dgm:pt>
    <dgm:pt modelId="{634590CC-5BB3-4DC6-81C4-DC0242F83A0C}">
      <dgm:prSet phldrT="[文本]" custT="1"/>
      <dgm:spPr/>
      <dgm:t>
        <a:bodyPr/>
        <a:lstStyle/>
        <a:p>
          <a:r>
            <a:rPr lang="zh-CN" altLang="en-US" sz="1400" dirty="0" smtClean="0"/>
            <a:t>多语言</a:t>
          </a:r>
          <a:endParaRPr lang="zh-CN" altLang="en-US" sz="1400" dirty="0"/>
        </a:p>
      </dgm:t>
    </dgm:pt>
    <dgm:pt modelId="{F62C2C15-A087-4D69-8A08-EF98BAE79754}" type="parTrans" cxnId="{36C741ED-6C36-4B4D-ABA7-D64AE4FBAB8D}">
      <dgm:prSet/>
      <dgm:spPr/>
      <dgm:t>
        <a:bodyPr/>
        <a:lstStyle/>
        <a:p>
          <a:endParaRPr lang="zh-CN" altLang="en-US"/>
        </a:p>
      </dgm:t>
    </dgm:pt>
    <dgm:pt modelId="{1E98ECE2-C4EA-403C-9CCB-71E4C321CCA5}" type="sibTrans" cxnId="{36C741ED-6C36-4B4D-ABA7-D64AE4FBAB8D}">
      <dgm:prSet/>
      <dgm:spPr/>
      <dgm:t>
        <a:bodyPr/>
        <a:lstStyle/>
        <a:p>
          <a:endParaRPr lang="zh-CN" altLang="en-US"/>
        </a:p>
      </dgm:t>
    </dgm:pt>
    <dgm:pt modelId="{172A7DA1-2765-4B7B-B1EF-CED26115DF72}">
      <dgm:prSet phldrT="[文本]" custT="1"/>
      <dgm:spPr/>
      <dgm:t>
        <a:bodyPr/>
        <a:lstStyle/>
        <a:p>
          <a:r>
            <a:rPr lang="en-US" altLang="zh-CN" sz="1400" dirty="0" smtClean="0"/>
            <a:t>UI</a:t>
          </a:r>
          <a:r>
            <a:rPr lang="zh-CN" altLang="en-US" sz="1400" dirty="0" smtClean="0"/>
            <a:t>模块（</a:t>
          </a:r>
          <a:r>
            <a:rPr lang="en-US" altLang="zh-CN" sz="1400" dirty="0" smtClean="0"/>
            <a:t>MVC</a:t>
          </a:r>
          <a:r>
            <a:rPr lang="zh-CN" altLang="en-US" sz="1400" dirty="0" smtClean="0"/>
            <a:t>模式进行数据分离）</a:t>
          </a:r>
          <a:endParaRPr lang="zh-CN" altLang="en-US" sz="1400" dirty="0"/>
        </a:p>
      </dgm:t>
    </dgm:pt>
    <dgm:pt modelId="{5D39D4D5-5909-467A-92F9-FD4996DB1131}" type="parTrans" cxnId="{059F0AB4-06E4-4922-8A84-8A4213794F78}">
      <dgm:prSet/>
      <dgm:spPr/>
      <dgm:t>
        <a:bodyPr/>
        <a:lstStyle/>
        <a:p>
          <a:endParaRPr lang="zh-CN" altLang="en-US"/>
        </a:p>
      </dgm:t>
    </dgm:pt>
    <dgm:pt modelId="{C3A942DC-98EB-4C93-95D4-2612894EC582}" type="sibTrans" cxnId="{059F0AB4-06E4-4922-8A84-8A4213794F78}">
      <dgm:prSet/>
      <dgm:spPr/>
      <dgm:t>
        <a:bodyPr/>
        <a:lstStyle/>
        <a:p>
          <a:endParaRPr lang="zh-CN" altLang="en-US"/>
        </a:p>
      </dgm:t>
    </dgm:pt>
    <dgm:pt modelId="{91C111C9-F367-4841-A27A-A954B4FC9DB6}">
      <dgm:prSet phldrT="[文本]" custT="1"/>
      <dgm:spPr/>
      <dgm:t>
        <a:bodyPr/>
        <a:lstStyle/>
        <a:p>
          <a:endParaRPr lang="zh-CN" altLang="en-US" sz="1400" dirty="0"/>
        </a:p>
      </dgm:t>
    </dgm:pt>
    <dgm:pt modelId="{3ED3F7CA-96BB-4FA5-B0F3-80C4F28CA826}" type="parTrans" cxnId="{F1D5E782-7B2F-4381-9199-1E5E06F2C37C}">
      <dgm:prSet/>
      <dgm:spPr/>
      <dgm:t>
        <a:bodyPr/>
        <a:lstStyle/>
        <a:p>
          <a:endParaRPr lang="zh-CN" altLang="en-US"/>
        </a:p>
      </dgm:t>
    </dgm:pt>
    <dgm:pt modelId="{B0F2FFC5-4847-421B-AC28-7CD52A480CCD}" type="sibTrans" cxnId="{F1D5E782-7B2F-4381-9199-1E5E06F2C37C}">
      <dgm:prSet/>
      <dgm:spPr/>
      <dgm:t>
        <a:bodyPr/>
        <a:lstStyle/>
        <a:p>
          <a:endParaRPr lang="zh-CN" altLang="en-US"/>
        </a:p>
      </dgm:t>
    </dgm:pt>
    <dgm:pt modelId="{AAFE5E75-EE7B-4060-B334-89BD983C8EAC}">
      <dgm:prSet phldrT="[文本]" custT="1"/>
      <dgm:spPr/>
      <dgm:t>
        <a:bodyPr/>
        <a:lstStyle/>
        <a:p>
          <a:r>
            <a:rPr lang="zh-CN" altLang="en-US" sz="1400" dirty="0" smtClean="0"/>
            <a:t>协议模块</a:t>
          </a:r>
          <a:endParaRPr lang="zh-CN" altLang="en-US" sz="1400" dirty="0"/>
        </a:p>
      </dgm:t>
    </dgm:pt>
    <dgm:pt modelId="{A7296843-3A75-4E90-9644-BFE09E546D96}" type="parTrans" cxnId="{68C85666-ECCF-403A-BC4E-809BF98E5305}">
      <dgm:prSet/>
      <dgm:spPr/>
      <dgm:t>
        <a:bodyPr/>
        <a:lstStyle/>
        <a:p>
          <a:endParaRPr lang="zh-CN" altLang="en-US"/>
        </a:p>
      </dgm:t>
    </dgm:pt>
    <dgm:pt modelId="{7004F297-D993-4766-AB9E-E95889591AD8}" type="sibTrans" cxnId="{68C85666-ECCF-403A-BC4E-809BF98E5305}">
      <dgm:prSet/>
      <dgm:spPr/>
      <dgm:t>
        <a:bodyPr/>
        <a:lstStyle/>
        <a:p>
          <a:endParaRPr lang="zh-CN" altLang="en-US"/>
        </a:p>
      </dgm:t>
    </dgm:pt>
    <dgm:pt modelId="{A1B56304-2AFE-4B7C-9B7D-837AA7AD78D6}">
      <dgm:prSet phldrT="[文本]" custT="1"/>
      <dgm:spPr/>
      <dgm:t>
        <a:bodyPr/>
        <a:lstStyle/>
        <a:p>
          <a:endParaRPr lang="zh-CN" altLang="en-US" sz="1400" dirty="0"/>
        </a:p>
      </dgm:t>
    </dgm:pt>
    <dgm:pt modelId="{9BC0D7D8-FD2A-4CAF-AD53-97216DDFFACC}" type="parTrans" cxnId="{194EC857-6C96-4939-9623-81C29523AAA7}">
      <dgm:prSet/>
      <dgm:spPr/>
      <dgm:t>
        <a:bodyPr/>
        <a:lstStyle/>
        <a:p>
          <a:endParaRPr lang="zh-CN" altLang="en-US"/>
        </a:p>
      </dgm:t>
    </dgm:pt>
    <dgm:pt modelId="{59083999-A27D-403E-9C93-225BBBA61583}" type="sibTrans" cxnId="{194EC857-6C96-4939-9623-81C29523AAA7}">
      <dgm:prSet/>
      <dgm:spPr/>
      <dgm:t>
        <a:bodyPr/>
        <a:lstStyle/>
        <a:p>
          <a:endParaRPr lang="zh-CN" altLang="en-US"/>
        </a:p>
      </dgm:t>
    </dgm:pt>
    <dgm:pt modelId="{DF62F712-522A-41C4-8446-279E2F510E49}">
      <dgm:prSet phldrT="[文本]" custT="1"/>
      <dgm:spPr/>
      <dgm:t>
        <a:bodyPr/>
        <a:lstStyle/>
        <a:p>
          <a:r>
            <a:rPr lang="zh-CN" altLang="en-US" sz="1400" dirty="0" smtClean="0"/>
            <a:t>代码自动生成</a:t>
          </a:r>
          <a:endParaRPr lang="zh-CN" altLang="en-US" sz="1400" dirty="0"/>
        </a:p>
      </dgm:t>
    </dgm:pt>
    <dgm:pt modelId="{F17230E7-B120-44CC-847B-527D6DA544DB}" type="parTrans" cxnId="{B92E9316-8929-4245-96E2-8848E7F05ADA}">
      <dgm:prSet/>
      <dgm:spPr/>
      <dgm:t>
        <a:bodyPr/>
        <a:lstStyle/>
        <a:p>
          <a:endParaRPr lang="zh-CN" altLang="en-US"/>
        </a:p>
      </dgm:t>
    </dgm:pt>
    <dgm:pt modelId="{20AAABAF-7B6D-458C-9F78-08406FB33EFB}" type="sibTrans" cxnId="{B92E9316-8929-4245-96E2-8848E7F05ADA}">
      <dgm:prSet/>
      <dgm:spPr/>
      <dgm:t>
        <a:bodyPr/>
        <a:lstStyle/>
        <a:p>
          <a:endParaRPr lang="zh-CN" altLang="en-US"/>
        </a:p>
      </dgm:t>
    </dgm:pt>
    <dgm:pt modelId="{D9E4BE16-A37B-4911-8582-D45A2965C7B2}">
      <dgm:prSet phldrT="[文本]" custT="1"/>
      <dgm:spPr/>
      <dgm:t>
        <a:bodyPr/>
        <a:lstStyle/>
        <a:p>
          <a:r>
            <a:rPr lang="zh-CN" altLang="en-US" sz="1400" dirty="0" smtClean="0"/>
            <a:t>策划数据</a:t>
          </a:r>
          <a:endParaRPr lang="zh-CN" altLang="en-US" sz="1400" dirty="0"/>
        </a:p>
      </dgm:t>
    </dgm:pt>
    <dgm:pt modelId="{A60FD9FD-85FC-4FF5-8D85-212BA62ACDF4}" type="parTrans" cxnId="{85891CD7-6080-4729-B9A2-92437469DD0A}">
      <dgm:prSet/>
      <dgm:spPr/>
      <dgm:t>
        <a:bodyPr/>
        <a:lstStyle/>
        <a:p>
          <a:endParaRPr lang="zh-CN" altLang="en-US"/>
        </a:p>
      </dgm:t>
    </dgm:pt>
    <dgm:pt modelId="{F13DF9EC-5478-46B6-936D-0EAFA03A375F}" type="sibTrans" cxnId="{85891CD7-6080-4729-B9A2-92437469DD0A}">
      <dgm:prSet/>
      <dgm:spPr/>
      <dgm:t>
        <a:bodyPr/>
        <a:lstStyle/>
        <a:p>
          <a:endParaRPr lang="zh-CN" altLang="en-US"/>
        </a:p>
      </dgm:t>
    </dgm:pt>
    <dgm:pt modelId="{9D93DE6B-65DB-4483-9F9D-71078E7DE272}">
      <dgm:prSet phldrT="[文本]" custT="1"/>
      <dgm:spPr/>
      <dgm:t>
        <a:bodyPr/>
        <a:lstStyle/>
        <a:p>
          <a:r>
            <a:rPr lang="zh-CN" altLang="en-US" sz="1400" dirty="0" smtClean="0"/>
            <a:t>游戏框架</a:t>
          </a:r>
          <a:endParaRPr lang="zh-CN" altLang="en-US" sz="1400" dirty="0"/>
        </a:p>
      </dgm:t>
    </dgm:pt>
    <dgm:pt modelId="{19096B72-F16C-4BD3-B699-75026AF1422F}" type="parTrans" cxnId="{B4C69845-14D8-469B-8BFA-7247DB13777D}">
      <dgm:prSet/>
      <dgm:spPr/>
      <dgm:t>
        <a:bodyPr/>
        <a:lstStyle/>
        <a:p>
          <a:endParaRPr lang="zh-CN" altLang="en-US"/>
        </a:p>
      </dgm:t>
    </dgm:pt>
    <dgm:pt modelId="{E4744F6B-133A-4D7A-B4F6-3CF1551FE0D4}" type="sibTrans" cxnId="{B4C69845-14D8-469B-8BFA-7247DB13777D}">
      <dgm:prSet/>
      <dgm:spPr/>
      <dgm:t>
        <a:bodyPr/>
        <a:lstStyle/>
        <a:p>
          <a:endParaRPr lang="zh-CN" altLang="en-US"/>
        </a:p>
      </dgm:t>
    </dgm:pt>
    <dgm:pt modelId="{98293753-977F-4DD1-BF84-701498990F2F}">
      <dgm:prSet phldrT="[文本]" custT="1"/>
      <dgm:spPr/>
      <dgm:t>
        <a:bodyPr/>
        <a:lstStyle/>
        <a:p>
          <a:r>
            <a:rPr lang="zh-CN" altLang="en-US" sz="1400" dirty="0" smtClean="0"/>
            <a:t>网络消息、系统消息、玩家自定义消息以及数据注入</a:t>
          </a:r>
          <a:endParaRPr lang="zh-CN" altLang="en-US" sz="1400" dirty="0"/>
        </a:p>
      </dgm:t>
    </dgm:pt>
    <dgm:pt modelId="{F12A8E96-7FCB-426A-99F2-C8E1A2739E8A}" type="parTrans" cxnId="{5BD6A2F4-8F06-4326-90E5-BB8BF452C07F}">
      <dgm:prSet/>
      <dgm:spPr/>
      <dgm:t>
        <a:bodyPr/>
        <a:lstStyle/>
        <a:p>
          <a:endParaRPr lang="zh-CN" altLang="en-US"/>
        </a:p>
      </dgm:t>
    </dgm:pt>
    <dgm:pt modelId="{9DCD57A6-D166-4E83-B9C4-B3B970AB3F6D}" type="sibTrans" cxnId="{5BD6A2F4-8F06-4326-90E5-BB8BF452C07F}">
      <dgm:prSet/>
      <dgm:spPr/>
      <dgm:t>
        <a:bodyPr/>
        <a:lstStyle/>
        <a:p>
          <a:endParaRPr lang="zh-CN" altLang="en-US"/>
        </a:p>
      </dgm:t>
    </dgm:pt>
    <dgm:pt modelId="{A3F228A2-E927-4AC6-923D-35AC73F7E3D6}">
      <dgm:prSet phldrT="[文本]" custT="1"/>
      <dgm:spPr/>
      <dgm:t>
        <a:bodyPr/>
        <a:lstStyle/>
        <a:p>
          <a:r>
            <a:rPr lang="zh-CN" altLang="en-US" sz="1400" dirty="0" smtClean="0"/>
            <a:t>发版本</a:t>
          </a:r>
          <a:endParaRPr lang="zh-CN" altLang="en-US" sz="1400" dirty="0"/>
        </a:p>
      </dgm:t>
    </dgm:pt>
    <dgm:pt modelId="{2126E5EA-DF7C-471C-8590-05451A0A88C3}" type="parTrans" cxnId="{D9E687DD-31A4-4697-B44A-EDE4B14B5D3E}">
      <dgm:prSet/>
      <dgm:spPr/>
      <dgm:t>
        <a:bodyPr/>
        <a:lstStyle/>
        <a:p>
          <a:endParaRPr lang="zh-CN" altLang="en-US"/>
        </a:p>
      </dgm:t>
    </dgm:pt>
    <dgm:pt modelId="{48FCA7D7-937A-49D5-BE7F-BBDD17F12A35}" type="sibTrans" cxnId="{D9E687DD-31A4-4697-B44A-EDE4B14B5D3E}">
      <dgm:prSet/>
      <dgm:spPr/>
      <dgm:t>
        <a:bodyPr/>
        <a:lstStyle/>
        <a:p>
          <a:endParaRPr lang="zh-CN" altLang="en-US"/>
        </a:p>
      </dgm:t>
    </dgm:pt>
    <dgm:pt modelId="{2DE5D528-9DE0-47BF-BEE4-AA7ADD06420C}" type="pres">
      <dgm:prSet presAssocID="{BDBA6432-C5BC-4DF5-8309-B239B706947C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8C89F59-3EA8-493A-A5AA-7A976818FD80}" type="pres">
      <dgm:prSet presAssocID="{0FFDBB76-0C1D-4497-8D1F-85CF025BCF7E}" presName="composite" presStyleCnt="0"/>
      <dgm:spPr/>
    </dgm:pt>
    <dgm:pt modelId="{99329BE5-A95C-4CE6-A825-AA13F879BA3E}" type="pres">
      <dgm:prSet presAssocID="{0FFDBB76-0C1D-4497-8D1F-85CF025BCF7E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473D906-D451-4BD2-8456-A494C37851E3}" type="pres">
      <dgm:prSet presAssocID="{0FFDBB76-0C1D-4497-8D1F-85CF025BCF7E}" presName="parSh" presStyleLbl="node1" presStyleIdx="0" presStyleCnt="4"/>
      <dgm:spPr/>
      <dgm:t>
        <a:bodyPr/>
        <a:lstStyle/>
        <a:p>
          <a:endParaRPr lang="zh-CN" altLang="en-US"/>
        </a:p>
      </dgm:t>
    </dgm:pt>
    <dgm:pt modelId="{EF71D9C3-B67C-4DEB-8A96-85B4A09995E9}" type="pres">
      <dgm:prSet presAssocID="{0FFDBB76-0C1D-4497-8D1F-85CF025BCF7E}" presName="desTx" presStyleLbl="fgAcc1" presStyleIdx="0" presStyleCnt="4" custScaleX="11695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897E29-BF9C-4BB1-BFB9-7F45EAE151CB}" type="pres">
      <dgm:prSet presAssocID="{2B5BB1B4-D324-4524-BDCE-2C062D2E7BDE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3E7D6D07-FA7B-4EDD-A213-83256BE23648}" type="pres">
      <dgm:prSet presAssocID="{2B5BB1B4-D324-4524-BDCE-2C062D2E7BDE}" presName="connTx" presStyleLbl="sibTrans2D1" presStyleIdx="0" presStyleCnt="3"/>
      <dgm:spPr/>
      <dgm:t>
        <a:bodyPr/>
        <a:lstStyle/>
        <a:p>
          <a:endParaRPr lang="zh-CN" altLang="en-US"/>
        </a:p>
      </dgm:t>
    </dgm:pt>
    <dgm:pt modelId="{3E174FF8-3F5A-4222-8438-FE27B0D85E03}" type="pres">
      <dgm:prSet presAssocID="{888E3E57-F9F9-48D4-AAD4-DF154444D475}" presName="composite" presStyleCnt="0"/>
      <dgm:spPr/>
    </dgm:pt>
    <dgm:pt modelId="{93248738-3BCA-4FFE-ADCD-E623069FD2B0}" type="pres">
      <dgm:prSet presAssocID="{888E3E57-F9F9-48D4-AAD4-DF154444D475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5EE5E59-E729-4D47-9EEB-767C8272EBDE}" type="pres">
      <dgm:prSet presAssocID="{888E3E57-F9F9-48D4-AAD4-DF154444D475}" presName="parSh" presStyleLbl="node1" presStyleIdx="1" presStyleCnt="4"/>
      <dgm:spPr/>
      <dgm:t>
        <a:bodyPr/>
        <a:lstStyle/>
        <a:p>
          <a:endParaRPr lang="zh-CN" altLang="en-US"/>
        </a:p>
      </dgm:t>
    </dgm:pt>
    <dgm:pt modelId="{D7B8C0F5-09DD-4B35-888B-FE14B8C461DC}" type="pres">
      <dgm:prSet presAssocID="{888E3E57-F9F9-48D4-AAD4-DF154444D475}" presName="desTx" presStyleLbl="fgAcc1" presStyleIdx="1" presStyleCnt="4" custScaleX="11559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EF85095-2C9A-4A34-AFFA-5C41CBEC7C0C}" type="pres">
      <dgm:prSet presAssocID="{3A45E8EF-201B-4452-B6D5-9980534BC6A4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1AB45BE6-DC04-43B3-B175-DEEA51EAEBAE}" type="pres">
      <dgm:prSet presAssocID="{3A45E8EF-201B-4452-B6D5-9980534BC6A4}" presName="connTx" presStyleLbl="sibTrans2D1" presStyleIdx="1" presStyleCnt="3"/>
      <dgm:spPr/>
      <dgm:t>
        <a:bodyPr/>
        <a:lstStyle/>
        <a:p>
          <a:endParaRPr lang="zh-CN" altLang="en-US"/>
        </a:p>
      </dgm:t>
    </dgm:pt>
    <dgm:pt modelId="{FF3C442D-11A2-4504-88FA-B2716F0F832A}" type="pres">
      <dgm:prSet presAssocID="{6C375272-F08D-4537-BB3A-831271A25984}" presName="composite" presStyleCnt="0"/>
      <dgm:spPr/>
    </dgm:pt>
    <dgm:pt modelId="{47E59843-EBB3-462B-B31F-EDE30EC0F110}" type="pres">
      <dgm:prSet presAssocID="{6C375272-F08D-4537-BB3A-831271A25984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01B0657-6DEE-4006-9CF8-14DD7B1E96BC}" type="pres">
      <dgm:prSet presAssocID="{6C375272-F08D-4537-BB3A-831271A25984}" presName="parSh" presStyleLbl="node1" presStyleIdx="2" presStyleCnt="4"/>
      <dgm:spPr/>
      <dgm:t>
        <a:bodyPr/>
        <a:lstStyle/>
        <a:p>
          <a:endParaRPr lang="zh-CN" altLang="en-US"/>
        </a:p>
      </dgm:t>
    </dgm:pt>
    <dgm:pt modelId="{68276618-C880-44B1-ACB0-87A878327AC9}" type="pres">
      <dgm:prSet presAssocID="{6C375272-F08D-4537-BB3A-831271A25984}" presName="desTx" presStyleLbl="fgAcc1" presStyleIdx="2" presStyleCnt="4" custScaleX="11803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65DC2B7-5CD7-422E-AB8F-0EBDD3C9D085}" type="pres">
      <dgm:prSet presAssocID="{13E36FF0-1D2B-46E4-9186-18F56763B233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85E6A383-38FD-4371-8152-FD5299C02043}" type="pres">
      <dgm:prSet presAssocID="{13E36FF0-1D2B-46E4-9186-18F56763B233}" presName="connTx" presStyleLbl="sibTrans2D1" presStyleIdx="2" presStyleCnt="3"/>
      <dgm:spPr/>
      <dgm:t>
        <a:bodyPr/>
        <a:lstStyle/>
        <a:p>
          <a:endParaRPr lang="zh-CN" altLang="en-US"/>
        </a:p>
      </dgm:t>
    </dgm:pt>
    <dgm:pt modelId="{D91CD3CD-4B67-4AC4-8037-C4FCC430DE7A}" type="pres">
      <dgm:prSet presAssocID="{E328C1DE-3C21-4B99-992F-D1F43356E2E3}" presName="composite" presStyleCnt="0"/>
      <dgm:spPr/>
    </dgm:pt>
    <dgm:pt modelId="{11BFEEF5-E872-40D5-9D5D-08026B0284F0}" type="pres">
      <dgm:prSet presAssocID="{E328C1DE-3C21-4B99-992F-D1F43356E2E3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8DDF376-AAA8-4DF7-8F11-E48AB384C280}" type="pres">
      <dgm:prSet presAssocID="{E328C1DE-3C21-4B99-992F-D1F43356E2E3}" presName="parSh" presStyleLbl="node1" presStyleIdx="3" presStyleCnt="4"/>
      <dgm:spPr/>
      <dgm:t>
        <a:bodyPr/>
        <a:lstStyle/>
        <a:p>
          <a:endParaRPr lang="zh-CN" altLang="en-US"/>
        </a:p>
      </dgm:t>
    </dgm:pt>
    <dgm:pt modelId="{EDA4E999-B235-4B47-ABA1-9CA9561FFDAD}" type="pres">
      <dgm:prSet presAssocID="{E328C1DE-3C21-4B99-992F-D1F43356E2E3}" presName="desTx" presStyleLbl="fgAcc1" presStyleIdx="3" presStyleCnt="4" custScaleX="11424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9FBBBBD-7463-41C2-8781-BE39AC18A032}" type="presOf" srcId="{91C111C9-F367-4841-A27A-A954B4FC9DB6}" destId="{D7B8C0F5-09DD-4B35-888B-FE14B8C461DC}" srcOrd="0" destOrd="7" presId="urn:microsoft.com/office/officeart/2005/8/layout/process3"/>
    <dgm:cxn modelId="{6614113B-71FE-480F-9894-F69F8ABB6917}" type="presOf" srcId="{3A45E8EF-201B-4452-B6D5-9980534BC6A4}" destId="{1AB45BE6-DC04-43B3-B175-DEEA51EAEBAE}" srcOrd="1" destOrd="0" presId="urn:microsoft.com/office/officeart/2005/8/layout/process3"/>
    <dgm:cxn modelId="{F1D5E782-7B2F-4381-9199-1E5E06F2C37C}" srcId="{888E3E57-F9F9-48D4-AAD4-DF154444D475}" destId="{91C111C9-F367-4841-A27A-A954B4FC9DB6}" srcOrd="7" destOrd="0" parTransId="{3ED3F7CA-96BB-4FA5-B0F3-80C4F28CA826}" sibTransId="{B0F2FFC5-4847-421B-AC28-7CD52A480CCD}"/>
    <dgm:cxn modelId="{3B94830F-2488-4D58-B739-1C774D7B1957}" type="presOf" srcId="{80D98CA3-8C14-4E76-94EE-64C0A975AEA4}" destId="{68276618-C880-44B1-ACB0-87A878327AC9}" srcOrd="0" destOrd="1" presId="urn:microsoft.com/office/officeart/2005/8/layout/process3"/>
    <dgm:cxn modelId="{2F092532-9AAE-470B-85CC-9D784C9EECA1}" type="presOf" srcId="{13E36FF0-1D2B-46E4-9186-18F56763B233}" destId="{F65DC2B7-5CD7-422E-AB8F-0EBDD3C9D085}" srcOrd="0" destOrd="0" presId="urn:microsoft.com/office/officeart/2005/8/layout/process3"/>
    <dgm:cxn modelId="{90F5BEF8-A8D1-49A1-BD2C-3DCC9B9E19AD}" type="presOf" srcId="{E328C1DE-3C21-4B99-992F-D1F43356E2E3}" destId="{11BFEEF5-E872-40D5-9D5D-08026B0284F0}" srcOrd="0" destOrd="0" presId="urn:microsoft.com/office/officeart/2005/8/layout/process3"/>
    <dgm:cxn modelId="{425AE4CA-ABE7-41E5-BA16-26E0DA3D1461}" type="presOf" srcId="{D37BDB15-C9DA-42E6-86AC-099A95F080CA}" destId="{EF71D9C3-B67C-4DEB-8A96-85B4A09995E9}" srcOrd="0" destOrd="2" presId="urn:microsoft.com/office/officeart/2005/8/layout/process3"/>
    <dgm:cxn modelId="{55DA98C0-C432-47EF-AB6D-0180D56B50E7}" type="presOf" srcId="{34FD3F4C-634A-4AA4-80CA-2A584F0337DE}" destId="{EF71D9C3-B67C-4DEB-8A96-85B4A09995E9}" srcOrd="0" destOrd="4" presId="urn:microsoft.com/office/officeart/2005/8/layout/process3"/>
    <dgm:cxn modelId="{9CCFAED7-5D66-4270-9CC0-1748975B56E5}" type="presOf" srcId="{A1B56304-2AFE-4B7C-9B7D-837AA7AD78D6}" destId="{D7B8C0F5-09DD-4B35-888B-FE14B8C461DC}" srcOrd="0" destOrd="6" presId="urn:microsoft.com/office/officeart/2005/8/layout/process3"/>
    <dgm:cxn modelId="{B92E9316-8929-4245-96E2-8848E7F05ADA}" srcId="{888E3E57-F9F9-48D4-AAD4-DF154444D475}" destId="{DF62F712-522A-41C4-8446-279E2F510E49}" srcOrd="3" destOrd="0" parTransId="{F17230E7-B120-44CC-847B-527D6DA544DB}" sibTransId="{20AAABAF-7B6D-458C-9F78-08406FB33EFB}"/>
    <dgm:cxn modelId="{5B16784E-ED66-4115-966D-67A9C8B75FB6}" type="presOf" srcId="{2B5BB1B4-D324-4524-BDCE-2C062D2E7BDE}" destId="{33897E29-BF9C-4BB1-BFB9-7F45EAE151CB}" srcOrd="0" destOrd="0" presId="urn:microsoft.com/office/officeart/2005/8/layout/process3"/>
    <dgm:cxn modelId="{E58D3834-F249-4C0D-8DB4-13EBA1221CBB}" type="presOf" srcId="{616C570C-6C15-4CD7-9870-71A5C6219EBE}" destId="{68276618-C880-44B1-ACB0-87A878327AC9}" srcOrd="0" destOrd="5" presId="urn:microsoft.com/office/officeart/2005/8/layout/process3"/>
    <dgm:cxn modelId="{590BED80-647E-457A-9DD5-544EBAC83E66}" srcId="{6C375272-F08D-4537-BB3A-831271A25984}" destId="{97D66B85-7B98-40B8-8CD8-33D17D8A04D2}" srcOrd="6" destOrd="0" parTransId="{769C9192-AD47-4EC6-8665-40E5E945AF4B}" sibTransId="{3D76C900-6A56-4DD9-B2CA-D76B6083D3EF}"/>
    <dgm:cxn modelId="{E431F6C2-8041-40A7-A39F-9D1768F9F515}" srcId="{BDBA6432-C5BC-4DF5-8309-B239B706947C}" destId="{6C375272-F08D-4537-BB3A-831271A25984}" srcOrd="2" destOrd="0" parTransId="{595BA6E9-D273-4934-B173-F3AEE15BCE1A}" sibTransId="{13E36FF0-1D2B-46E4-9186-18F56763B233}"/>
    <dgm:cxn modelId="{950384A5-4747-45F4-85CF-1E782D79320E}" srcId="{0FFDBB76-0C1D-4497-8D1F-85CF025BCF7E}" destId="{D37BDB15-C9DA-42E6-86AC-099A95F080CA}" srcOrd="2" destOrd="0" parTransId="{1783ADED-294E-4658-9BCA-F4DEB024D722}" sibTransId="{0DFCD6D7-AA1F-4B89-BB66-78522C7B2C59}"/>
    <dgm:cxn modelId="{E87400BB-7B40-4CAA-AA97-2BE408D524A2}" type="presOf" srcId="{74E56557-408A-4392-8A51-F0D6EB1193B4}" destId="{EDA4E999-B235-4B47-ABA1-9CA9561FFDAD}" srcOrd="0" destOrd="0" presId="urn:microsoft.com/office/officeart/2005/8/layout/process3"/>
    <dgm:cxn modelId="{5F4D23AA-EAEA-4FF5-AE7C-FB238C7AB4E4}" srcId="{6C375272-F08D-4537-BB3A-831271A25984}" destId="{8F57C7E7-90C1-46EF-B177-42FF028031AA}" srcOrd="3" destOrd="0" parTransId="{AF357FE7-4E30-4426-BF52-E95F53B59232}" sibTransId="{5E8CDE80-6ACD-45FA-AECF-D8E5F3776F1F}"/>
    <dgm:cxn modelId="{C0265480-A2BD-4B75-A029-12A1AE8D6E0A}" type="presOf" srcId="{888E3E57-F9F9-48D4-AAD4-DF154444D475}" destId="{93248738-3BCA-4FFE-ADCD-E623069FD2B0}" srcOrd="0" destOrd="0" presId="urn:microsoft.com/office/officeart/2005/8/layout/process3"/>
    <dgm:cxn modelId="{EC09F265-761B-47F8-AECC-2CAF76A65220}" type="presOf" srcId="{0FFDBB76-0C1D-4497-8D1F-85CF025BCF7E}" destId="{99329BE5-A95C-4CE6-A825-AA13F879BA3E}" srcOrd="0" destOrd="0" presId="urn:microsoft.com/office/officeart/2005/8/layout/process3"/>
    <dgm:cxn modelId="{F70322B4-8BAB-4C34-A5DA-025D5689C469}" srcId="{0FFDBB76-0C1D-4497-8D1F-85CF025BCF7E}" destId="{1106B7E9-4411-43EB-B565-8467F159F6BD}" srcOrd="0" destOrd="0" parTransId="{A3AB547C-128C-4774-B4AF-D783B44C32D3}" sibTransId="{0B919DC1-2363-4597-9C24-EAF2DBA9A0E5}"/>
    <dgm:cxn modelId="{D9E687DD-31A4-4697-B44A-EDE4B14B5D3E}" srcId="{0FFDBB76-0C1D-4497-8D1F-85CF025BCF7E}" destId="{A3F228A2-E927-4AC6-923D-35AC73F7E3D6}" srcOrd="5" destOrd="0" parTransId="{2126E5EA-DF7C-471C-8590-05451A0A88C3}" sibTransId="{48FCA7D7-937A-49D5-BE7F-BBDD17F12A35}"/>
    <dgm:cxn modelId="{68C85666-ECCF-403A-BC4E-809BF98E5305}" srcId="{888E3E57-F9F9-48D4-AAD4-DF154444D475}" destId="{AAFE5E75-EE7B-4060-B334-89BD983C8EAC}" srcOrd="1" destOrd="0" parTransId="{A7296843-3A75-4E90-9644-BFE09E546D96}" sibTransId="{7004F297-D993-4766-AB9E-E95889591AD8}"/>
    <dgm:cxn modelId="{99FFA333-B4F8-4EBE-AAA2-7870F6F4B1B2}" type="presOf" srcId="{20C14933-2FE6-40A3-95FD-3CA26E8DA592}" destId="{68276618-C880-44B1-ACB0-87A878327AC9}" srcOrd="0" destOrd="2" presId="urn:microsoft.com/office/officeart/2005/8/layout/process3"/>
    <dgm:cxn modelId="{DA676065-7132-4147-9F98-B238B8260E67}" srcId="{6C375272-F08D-4537-BB3A-831271A25984}" destId="{80D98CA3-8C14-4E76-94EE-64C0A975AEA4}" srcOrd="1" destOrd="0" parTransId="{83199429-5293-4520-B7AF-93DA8960F811}" sibTransId="{6E57C7F8-84D1-4032-88AC-535DBD50BA4A}"/>
    <dgm:cxn modelId="{A3555477-A726-4F09-BA02-3F5479DA6CC4}" srcId="{E328C1DE-3C21-4B99-992F-D1F43356E2E3}" destId="{0D344EE7-B7A2-4D86-AFFF-DCD9CD3E6C8C}" srcOrd="1" destOrd="0" parTransId="{C53B4D68-EBD5-4A78-B885-9FCF49418488}" sibTransId="{3EF3E187-DDD5-4F11-9C65-082E5D46D694}"/>
    <dgm:cxn modelId="{85891CD7-6080-4729-B9A2-92437469DD0A}" srcId="{888E3E57-F9F9-48D4-AAD4-DF154444D475}" destId="{D9E4BE16-A37B-4911-8582-D45A2965C7B2}" srcOrd="2" destOrd="0" parTransId="{A60FD9FD-85FC-4FF5-8D85-212BA62ACDF4}" sibTransId="{F13DF9EC-5478-46B6-936D-0EAFA03A375F}"/>
    <dgm:cxn modelId="{84C89882-04B5-45A4-8843-5C5733FF2E0D}" srcId="{6C375272-F08D-4537-BB3A-831271A25984}" destId="{616C570C-6C15-4CD7-9870-71A5C6219EBE}" srcOrd="5" destOrd="0" parTransId="{F30CF5B4-A408-4940-A1B6-010BFCC46820}" sibTransId="{259E9949-ED8F-496B-8C41-1ED76F29AF7D}"/>
    <dgm:cxn modelId="{984BDF0D-0D36-4DBA-B00A-6C520263B69D}" srcId="{0FFDBB76-0C1D-4497-8D1F-85CF025BCF7E}" destId="{786A43C5-4B28-4840-B7A2-2739E6E51029}" srcOrd="3" destOrd="0" parTransId="{13D6C310-F724-46DB-B266-9890E9452D60}" sibTransId="{8FCAF058-23DC-4553-A026-76AF4863A0AC}"/>
    <dgm:cxn modelId="{CC36DC9E-1ADA-4794-82DF-274C4F09A384}" type="presOf" srcId="{BDBA6432-C5BC-4DF5-8309-B239B706947C}" destId="{2DE5D528-9DE0-47BF-BEE4-AA7ADD06420C}" srcOrd="0" destOrd="0" presId="urn:microsoft.com/office/officeart/2005/8/layout/process3"/>
    <dgm:cxn modelId="{7D5993F0-4C5B-487A-B541-AE352150E4A3}" type="presOf" srcId="{97D66B85-7B98-40B8-8CD8-33D17D8A04D2}" destId="{68276618-C880-44B1-ACB0-87A878327AC9}" srcOrd="0" destOrd="6" presId="urn:microsoft.com/office/officeart/2005/8/layout/process3"/>
    <dgm:cxn modelId="{6CDCEEB0-31D6-46B0-BC7D-DB244E025C36}" type="presOf" srcId="{98293753-977F-4DD1-BF84-701498990F2F}" destId="{D7B8C0F5-09DD-4B35-888B-FE14B8C461DC}" srcOrd="0" destOrd="5" presId="urn:microsoft.com/office/officeart/2005/8/layout/process3"/>
    <dgm:cxn modelId="{EC810581-2117-430F-8749-46279320C514}" type="presOf" srcId="{9D93DE6B-65DB-4483-9F9D-71078E7DE272}" destId="{D7B8C0F5-09DD-4B35-888B-FE14B8C461DC}" srcOrd="0" destOrd="4" presId="urn:microsoft.com/office/officeart/2005/8/layout/process3"/>
    <dgm:cxn modelId="{059F0AB4-06E4-4922-8A84-8A4213794F78}" srcId="{888E3E57-F9F9-48D4-AAD4-DF154444D475}" destId="{172A7DA1-2765-4B7B-B1EF-CED26115DF72}" srcOrd="0" destOrd="0" parTransId="{5D39D4D5-5909-467A-92F9-FD4996DB1131}" sibTransId="{C3A942DC-98EB-4C93-95D4-2612894EC582}"/>
    <dgm:cxn modelId="{8A5261E5-7C2B-4DCE-8911-60DD55CBBF41}" type="presOf" srcId="{A3F228A2-E927-4AC6-923D-35AC73F7E3D6}" destId="{EF71D9C3-B67C-4DEB-8A96-85B4A09995E9}" srcOrd="0" destOrd="5" presId="urn:microsoft.com/office/officeart/2005/8/layout/process3"/>
    <dgm:cxn modelId="{E8F4BD18-8284-4706-8B56-03C187141803}" type="presOf" srcId="{6C375272-F08D-4537-BB3A-831271A25984}" destId="{001B0657-6DEE-4006-9CF8-14DD7B1E96BC}" srcOrd="1" destOrd="0" presId="urn:microsoft.com/office/officeart/2005/8/layout/process3"/>
    <dgm:cxn modelId="{0F123088-3762-43E8-A9CE-A2570B1C4AB0}" srcId="{6C375272-F08D-4537-BB3A-831271A25984}" destId="{71D36EAE-F7D4-4B5C-AE3C-B804053F93F5}" srcOrd="0" destOrd="0" parTransId="{616B6967-F234-486B-ADF1-BD2124B15633}" sibTransId="{144277F0-0DF4-4DC4-BDE8-28852C9273E2}"/>
    <dgm:cxn modelId="{57BA6D30-3395-4DDA-9A22-DF019A4BA5D5}" type="presOf" srcId="{D9E4BE16-A37B-4911-8582-D45A2965C7B2}" destId="{D7B8C0F5-09DD-4B35-888B-FE14B8C461DC}" srcOrd="0" destOrd="2" presId="urn:microsoft.com/office/officeart/2005/8/layout/process3"/>
    <dgm:cxn modelId="{E5637C84-7B3D-4347-8B1A-76686C3BFFF2}" type="presOf" srcId="{0D344EE7-B7A2-4D86-AFFF-DCD9CD3E6C8C}" destId="{EDA4E999-B235-4B47-ABA1-9CA9561FFDAD}" srcOrd="0" destOrd="1" presId="urn:microsoft.com/office/officeart/2005/8/layout/process3"/>
    <dgm:cxn modelId="{DA4F03DD-EECB-4966-83BB-C5D3A6B61098}" type="presOf" srcId="{036F6FE2-EC1F-4C7D-9119-98387BF722AF}" destId="{EDA4E999-B235-4B47-ABA1-9CA9561FFDAD}" srcOrd="0" destOrd="4" presId="urn:microsoft.com/office/officeart/2005/8/layout/process3"/>
    <dgm:cxn modelId="{88CC4DBC-6001-4A6F-8336-CECB0D9580DC}" srcId="{E328C1DE-3C21-4B99-992F-D1F43356E2E3}" destId="{74E56557-408A-4392-8A51-F0D6EB1193B4}" srcOrd="0" destOrd="0" parTransId="{8D73965D-8517-47A1-8056-B1D663A8974A}" sibTransId="{500C660A-47B5-45D2-A7A7-22DCACFAA42A}"/>
    <dgm:cxn modelId="{BF75E9B2-EAC3-4004-8DCB-2C292F3902B7}" type="presOf" srcId="{71D36EAE-F7D4-4B5C-AE3C-B804053F93F5}" destId="{68276618-C880-44B1-ACB0-87A878327AC9}" srcOrd="0" destOrd="0" presId="urn:microsoft.com/office/officeart/2005/8/layout/process3"/>
    <dgm:cxn modelId="{9C0664CE-88C1-4791-8E05-95FCC4895982}" srcId="{0FFDBB76-0C1D-4497-8D1F-85CF025BCF7E}" destId="{66C5B413-8558-4AB8-A466-6514B2287B5B}" srcOrd="1" destOrd="0" parTransId="{01CDE6B9-C100-4FDD-9E6E-92D30442D8FC}" sibTransId="{989E48BD-BDDB-4295-AA9D-7E5325A0B5E0}"/>
    <dgm:cxn modelId="{07E43090-277B-412D-ACC0-704FA98997AA}" type="presOf" srcId="{172A7DA1-2765-4B7B-B1EF-CED26115DF72}" destId="{D7B8C0F5-09DD-4B35-888B-FE14B8C461DC}" srcOrd="0" destOrd="0" presId="urn:microsoft.com/office/officeart/2005/8/layout/process3"/>
    <dgm:cxn modelId="{787A5B0C-52A9-4849-90D7-3A16591A1D05}" srcId="{BDBA6432-C5BC-4DF5-8309-B239B706947C}" destId="{888E3E57-F9F9-48D4-AAD4-DF154444D475}" srcOrd="1" destOrd="0" parTransId="{61B424A8-E30E-444F-80A8-F159D0EED15A}" sibTransId="{3A45E8EF-201B-4452-B6D5-9980534BC6A4}"/>
    <dgm:cxn modelId="{194EC857-6C96-4939-9623-81C29523AAA7}" srcId="{888E3E57-F9F9-48D4-AAD4-DF154444D475}" destId="{A1B56304-2AFE-4B7C-9B7D-837AA7AD78D6}" srcOrd="6" destOrd="0" parTransId="{9BC0D7D8-FD2A-4CAF-AD53-97216DDFFACC}" sibTransId="{59083999-A27D-403E-9C93-225BBBA61583}"/>
    <dgm:cxn modelId="{ACCA802C-EA27-4006-8E19-EDD7E2BE3B46}" type="presOf" srcId="{8F57C7E7-90C1-46EF-B177-42FF028031AA}" destId="{68276618-C880-44B1-ACB0-87A878327AC9}" srcOrd="0" destOrd="3" presId="urn:microsoft.com/office/officeart/2005/8/layout/process3"/>
    <dgm:cxn modelId="{B4589603-6623-40CF-A03C-B2AB9F7F1B1D}" type="presOf" srcId="{AAFE5E75-EE7B-4060-B334-89BD983C8EAC}" destId="{D7B8C0F5-09DD-4B35-888B-FE14B8C461DC}" srcOrd="0" destOrd="1" presId="urn:microsoft.com/office/officeart/2005/8/layout/process3"/>
    <dgm:cxn modelId="{9EBCAE62-5E06-45B5-92F6-237CD7F69463}" type="presOf" srcId="{6C375272-F08D-4537-BB3A-831271A25984}" destId="{47E59843-EBB3-462B-B31F-EDE30EC0F110}" srcOrd="0" destOrd="0" presId="urn:microsoft.com/office/officeart/2005/8/layout/process3"/>
    <dgm:cxn modelId="{78C135D1-25E0-4526-9C02-D651F7D44F7D}" type="presOf" srcId="{E328C1DE-3C21-4B99-992F-D1F43356E2E3}" destId="{B8DDF376-AAA8-4DF7-8F11-E48AB384C280}" srcOrd="1" destOrd="0" presId="urn:microsoft.com/office/officeart/2005/8/layout/process3"/>
    <dgm:cxn modelId="{89C3FCF2-5F84-44B0-8822-F582E2A83AD3}" type="presOf" srcId="{0FFDBB76-0C1D-4497-8D1F-85CF025BCF7E}" destId="{1473D906-D451-4BD2-8456-A494C37851E3}" srcOrd="1" destOrd="0" presId="urn:microsoft.com/office/officeart/2005/8/layout/process3"/>
    <dgm:cxn modelId="{FEAE3E10-34C9-48ED-BE4E-058D3C941878}" srcId="{0FFDBB76-0C1D-4497-8D1F-85CF025BCF7E}" destId="{34FD3F4C-634A-4AA4-80CA-2A584F0337DE}" srcOrd="4" destOrd="0" parTransId="{E22F89AE-1E21-4BC1-93B6-81ECA419C0B1}" sibTransId="{250401F7-B0B9-4D53-81F4-63C25796C116}"/>
    <dgm:cxn modelId="{5E379334-3621-4E14-8A28-A8CEE0B5112A}" type="presOf" srcId="{786A43C5-4B28-4840-B7A2-2739E6E51029}" destId="{EF71D9C3-B67C-4DEB-8A96-85B4A09995E9}" srcOrd="0" destOrd="3" presId="urn:microsoft.com/office/officeart/2005/8/layout/process3"/>
    <dgm:cxn modelId="{74E9E283-4DA7-44B2-B239-16A74489434A}" srcId="{E328C1DE-3C21-4B99-992F-D1F43356E2E3}" destId="{BCA9A195-8BBB-4DDD-B0C8-A72ED413C5A3}" srcOrd="3" destOrd="0" parTransId="{A6A7B4A1-3CFE-4ABD-BBFA-88B192066052}" sibTransId="{ECDF5421-1594-43DA-8FAF-BE9DEF8E3477}"/>
    <dgm:cxn modelId="{F60B5165-C4BF-43A9-A0BD-8119993E50FD}" type="presOf" srcId="{1106B7E9-4411-43EB-B565-8467F159F6BD}" destId="{EF71D9C3-B67C-4DEB-8A96-85B4A09995E9}" srcOrd="0" destOrd="0" presId="urn:microsoft.com/office/officeart/2005/8/layout/process3"/>
    <dgm:cxn modelId="{B4C69845-14D8-469B-8BFA-7247DB13777D}" srcId="{888E3E57-F9F9-48D4-AAD4-DF154444D475}" destId="{9D93DE6B-65DB-4483-9F9D-71078E7DE272}" srcOrd="4" destOrd="0" parTransId="{19096B72-F16C-4BD3-B699-75026AF1422F}" sibTransId="{E4744F6B-133A-4D7A-B4F6-3CF1551FE0D4}"/>
    <dgm:cxn modelId="{E5169F3F-B772-40A0-9EE2-F125DF61E8F2}" srcId="{BDBA6432-C5BC-4DF5-8309-B239B706947C}" destId="{E328C1DE-3C21-4B99-992F-D1F43356E2E3}" srcOrd="3" destOrd="0" parTransId="{A99AD74E-88EE-4200-AE28-A342F8BD0DF7}" sibTransId="{16F08D27-A257-458C-AC7A-DDE32A5C5E90}"/>
    <dgm:cxn modelId="{96867F0F-EFCF-419A-9CED-B9F26A2E8D6B}" srcId="{E328C1DE-3C21-4B99-992F-D1F43356E2E3}" destId="{37DB1214-073D-4788-96B8-E85C169BC4A6}" srcOrd="2" destOrd="0" parTransId="{5C769F9E-9DF5-4BB4-9E9D-80338A9546AA}" sibTransId="{2345CF5F-1F9A-4279-B0C9-8B65F041DC7C}"/>
    <dgm:cxn modelId="{59AE1960-CAAD-4DAA-A820-F29B6B9F5C67}" srcId="{6C375272-F08D-4537-BB3A-831271A25984}" destId="{20C14933-2FE6-40A3-95FD-3CA26E8DA592}" srcOrd="2" destOrd="0" parTransId="{5D35786B-7878-4443-B007-CE12071C6C1E}" sibTransId="{E2075847-900E-4A34-97AB-9EAC8CDBC516}"/>
    <dgm:cxn modelId="{A498320A-F78D-4872-9985-8ABCB291062D}" type="presOf" srcId="{66C5B413-8558-4AB8-A466-6514B2287B5B}" destId="{EF71D9C3-B67C-4DEB-8A96-85B4A09995E9}" srcOrd="0" destOrd="1" presId="urn:microsoft.com/office/officeart/2005/8/layout/process3"/>
    <dgm:cxn modelId="{8CB78B0C-CD64-4C40-9819-4CF4253AE423}" srcId="{E328C1DE-3C21-4B99-992F-D1F43356E2E3}" destId="{036F6FE2-EC1F-4C7D-9119-98387BF722AF}" srcOrd="4" destOrd="0" parTransId="{0C5FAB7D-1574-4A2F-96D4-E4454D92466A}" sibTransId="{F5A9A103-59B2-443E-A70F-E6851F669CC7}"/>
    <dgm:cxn modelId="{F4A21BB0-E24A-4441-87F6-BFB422ED18D9}" type="presOf" srcId="{BCA9A195-8BBB-4DDD-B0C8-A72ED413C5A3}" destId="{EDA4E999-B235-4B47-ABA1-9CA9561FFDAD}" srcOrd="0" destOrd="3" presId="urn:microsoft.com/office/officeart/2005/8/layout/process3"/>
    <dgm:cxn modelId="{96FAE2E5-8A7F-4650-967F-1044D6FFB399}" type="presOf" srcId="{2B5BB1B4-D324-4524-BDCE-2C062D2E7BDE}" destId="{3E7D6D07-FA7B-4EDD-A213-83256BE23648}" srcOrd="1" destOrd="0" presId="urn:microsoft.com/office/officeart/2005/8/layout/process3"/>
    <dgm:cxn modelId="{D90B7315-6F85-4A57-856A-5DB0EF412E60}" type="presOf" srcId="{634590CC-5BB3-4DC6-81C4-DC0242F83A0C}" destId="{68276618-C880-44B1-ACB0-87A878327AC9}" srcOrd="0" destOrd="4" presId="urn:microsoft.com/office/officeart/2005/8/layout/process3"/>
    <dgm:cxn modelId="{14DB202B-B72E-404D-B032-15C5E15BEB6A}" type="presOf" srcId="{DF62F712-522A-41C4-8446-279E2F510E49}" destId="{D7B8C0F5-09DD-4B35-888B-FE14B8C461DC}" srcOrd="0" destOrd="3" presId="urn:microsoft.com/office/officeart/2005/8/layout/process3"/>
    <dgm:cxn modelId="{D0100F28-2205-47E6-972B-16492DE45186}" srcId="{BDBA6432-C5BC-4DF5-8309-B239B706947C}" destId="{0FFDBB76-0C1D-4497-8D1F-85CF025BCF7E}" srcOrd="0" destOrd="0" parTransId="{20EC1139-BD37-4758-9B03-33D42FC9D8E7}" sibTransId="{2B5BB1B4-D324-4524-BDCE-2C062D2E7BDE}"/>
    <dgm:cxn modelId="{6B1B98F2-24BA-4813-AEB3-0BE001006B5A}" type="presOf" srcId="{37DB1214-073D-4788-96B8-E85C169BC4A6}" destId="{EDA4E999-B235-4B47-ABA1-9CA9561FFDAD}" srcOrd="0" destOrd="2" presId="urn:microsoft.com/office/officeart/2005/8/layout/process3"/>
    <dgm:cxn modelId="{08981190-8D61-47D6-BF76-2C3916888F4D}" type="presOf" srcId="{13E36FF0-1D2B-46E4-9186-18F56763B233}" destId="{85E6A383-38FD-4371-8152-FD5299C02043}" srcOrd="1" destOrd="0" presId="urn:microsoft.com/office/officeart/2005/8/layout/process3"/>
    <dgm:cxn modelId="{5130DBAC-A538-4755-B325-BC1D944554BC}" type="presOf" srcId="{888E3E57-F9F9-48D4-AAD4-DF154444D475}" destId="{45EE5E59-E729-4D47-9EEB-767C8272EBDE}" srcOrd="1" destOrd="0" presId="urn:microsoft.com/office/officeart/2005/8/layout/process3"/>
    <dgm:cxn modelId="{5BD6A2F4-8F06-4326-90E5-BB8BF452C07F}" srcId="{888E3E57-F9F9-48D4-AAD4-DF154444D475}" destId="{98293753-977F-4DD1-BF84-701498990F2F}" srcOrd="5" destOrd="0" parTransId="{F12A8E96-7FCB-426A-99F2-C8E1A2739E8A}" sibTransId="{9DCD57A6-D166-4E83-B9C4-B3B970AB3F6D}"/>
    <dgm:cxn modelId="{36C741ED-6C36-4B4D-ABA7-D64AE4FBAB8D}" srcId="{6C375272-F08D-4537-BB3A-831271A25984}" destId="{634590CC-5BB3-4DC6-81C4-DC0242F83A0C}" srcOrd="4" destOrd="0" parTransId="{F62C2C15-A087-4D69-8A08-EF98BAE79754}" sibTransId="{1E98ECE2-C4EA-403C-9CCB-71E4C321CCA5}"/>
    <dgm:cxn modelId="{C965062F-F6BC-45EA-B6C9-41D03145CC5B}" type="presOf" srcId="{3A45E8EF-201B-4452-B6D5-9980534BC6A4}" destId="{2EF85095-2C9A-4A34-AFFA-5C41CBEC7C0C}" srcOrd="0" destOrd="0" presId="urn:microsoft.com/office/officeart/2005/8/layout/process3"/>
    <dgm:cxn modelId="{7AA5CCAA-F14B-4601-B851-BCBEBF0E6499}" type="presParOf" srcId="{2DE5D528-9DE0-47BF-BEE4-AA7ADD06420C}" destId="{E8C89F59-3EA8-493A-A5AA-7A976818FD80}" srcOrd="0" destOrd="0" presId="urn:microsoft.com/office/officeart/2005/8/layout/process3"/>
    <dgm:cxn modelId="{953AA3EB-E4DF-4E9C-A112-BCAD268E8FAB}" type="presParOf" srcId="{E8C89F59-3EA8-493A-A5AA-7A976818FD80}" destId="{99329BE5-A95C-4CE6-A825-AA13F879BA3E}" srcOrd="0" destOrd="0" presId="urn:microsoft.com/office/officeart/2005/8/layout/process3"/>
    <dgm:cxn modelId="{C96671A0-F9D0-47D8-B161-38C96429118D}" type="presParOf" srcId="{E8C89F59-3EA8-493A-A5AA-7A976818FD80}" destId="{1473D906-D451-4BD2-8456-A494C37851E3}" srcOrd="1" destOrd="0" presId="urn:microsoft.com/office/officeart/2005/8/layout/process3"/>
    <dgm:cxn modelId="{ED3C7420-9FEC-43E4-9F88-B7E2D6D666EB}" type="presParOf" srcId="{E8C89F59-3EA8-493A-A5AA-7A976818FD80}" destId="{EF71D9C3-B67C-4DEB-8A96-85B4A09995E9}" srcOrd="2" destOrd="0" presId="urn:microsoft.com/office/officeart/2005/8/layout/process3"/>
    <dgm:cxn modelId="{243AE975-CF07-4D01-BF5A-2278FDEA3FAE}" type="presParOf" srcId="{2DE5D528-9DE0-47BF-BEE4-AA7ADD06420C}" destId="{33897E29-BF9C-4BB1-BFB9-7F45EAE151CB}" srcOrd="1" destOrd="0" presId="urn:microsoft.com/office/officeart/2005/8/layout/process3"/>
    <dgm:cxn modelId="{E8CC4599-A9D7-4CB5-ABFB-6079E25356DC}" type="presParOf" srcId="{33897E29-BF9C-4BB1-BFB9-7F45EAE151CB}" destId="{3E7D6D07-FA7B-4EDD-A213-83256BE23648}" srcOrd="0" destOrd="0" presId="urn:microsoft.com/office/officeart/2005/8/layout/process3"/>
    <dgm:cxn modelId="{19D41F99-8A6D-4A37-BD14-7ABF5C5CAEA9}" type="presParOf" srcId="{2DE5D528-9DE0-47BF-BEE4-AA7ADD06420C}" destId="{3E174FF8-3F5A-4222-8438-FE27B0D85E03}" srcOrd="2" destOrd="0" presId="urn:microsoft.com/office/officeart/2005/8/layout/process3"/>
    <dgm:cxn modelId="{E4912DA5-EE68-4B5C-BBAF-C6AD14911FB3}" type="presParOf" srcId="{3E174FF8-3F5A-4222-8438-FE27B0D85E03}" destId="{93248738-3BCA-4FFE-ADCD-E623069FD2B0}" srcOrd="0" destOrd="0" presId="urn:microsoft.com/office/officeart/2005/8/layout/process3"/>
    <dgm:cxn modelId="{6FDDA038-A7BC-4EF1-B5D8-DC002158D251}" type="presParOf" srcId="{3E174FF8-3F5A-4222-8438-FE27B0D85E03}" destId="{45EE5E59-E729-4D47-9EEB-767C8272EBDE}" srcOrd="1" destOrd="0" presId="urn:microsoft.com/office/officeart/2005/8/layout/process3"/>
    <dgm:cxn modelId="{22C2C05E-D7AF-4461-B79B-CED4E7D0C5EA}" type="presParOf" srcId="{3E174FF8-3F5A-4222-8438-FE27B0D85E03}" destId="{D7B8C0F5-09DD-4B35-888B-FE14B8C461DC}" srcOrd="2" destOrd="0" presId="urn:microsoft.com/office/officeart/2005/8/layout/process3"/>
    <dgm:cxn modelId="{A30968AA-B719-4BC2-8988-9AD50442219F}" type="presParOf" srcId="{2DE5D528-9DE0-47BF-BEE4-AA7ADD06420C}" destId="{2EF85095-2C9A-4A34-AFFA-5C41CBEC7C0C}" srcOrd="3" destOrd="0" presId="urn:microsoft.com/office/officeart/2005/8/layout/process3"/>
    <dgm:cxn modelId="{AE522CB0-4292-485B-8F62-6BC4CFDE769F}" type="presParOf" srcId="{2EF85095-2C9A-4A34-AFFA-5C41CBEC7C0C}" destId="{1AB45BE6-DC04-43B3-B175-DEEA51EAEBAE}" srcOrd="0" destOrd="0" presId="urn:microsoft.com/office/officeart/2005/8/layout/process3"/>
    <dgm:cxn modelId="{BCE4B9B7-3D08-4023-8AB6-A79EC591AFC4}" type="presParOf" srcId="{2DE5D528-9DE0-47BF-BEE4-AA7ADD06420C}" destId="{FF3C442D-11A2-4504-88FA-B2716F0F832A}" srcOrd="4" destOrd="0" presId="urn:microsoft.com/office/officeart/2005/8/layout/process3"/>
    <dgm:cxn modelId="{83BBDB0F-E352-4F58-88DE-E8E2ED26FB64}" type="presParOf" srcId="{FF3C442D-11A2-4504-88FA-B2716F0F832A}" destId="{47E59843-EBB3-462B-B31F-EDE30EC0F110}" srcOrd="0" destOrd="0" presId="urn:microsoft.com/office/officeart/2005/8/layout/process3"/>
    <dgm:cxn modelId="{589685B4-3A83-4AD3-9094-52B69A80D0C4}" type="presParOf" srcId="{FF3C442D-11A2-4504-88FA-B2716F0F832A}" destId="{001B0657-6DEE-4006-9CF8-14DD7B1E96BC}" srcOrd="1" destOrd="0" presId="urn:microsoft.com/office/officeart/2005/8/layout/process3"/>
    <dgm:cxn modelId="{3FA0C931-32AE-4E65-A717-0FF7EA5880CD}" type="presParOf" srcId="{FF3C442D-11A2-4504-88FA-B2716F0F832A}" destId="{68276618-C880-44B1-ACB0-87A878327AC9}" srcOrd="2" destOrd="0" presId="urn:microsoft.com/office/officeart/2005/8/layout/process3"/>
    <dgm:cxn modelId="{F46AFA25-6468-4277-82FA-A766F0276EE6}" type="presParOf" srcId="{2DE5D528-9DE0-47BF-BEE4-AA7ADD06420C}" destId="{F65DC2B7-5CD7-422E-AB8F-0EBDD3C9D085}" srcOrd="5" destOrd="0" presId="urn:microsoft.com/office/officeart/2005/8/layout/process3"/>
    <dgm:cxn modelId="{75AEC34E-4EE0-4DCE-ACC7-FFDA8EE45BD6}" type="presParOf" srcId="{F65DC2B7-5CD7-422E-AB8F-0EBDD3C9D085}" destId="{85E6A383-38FD-4371-8152-FD5299C02043}" srcOrd="0" destOrd="0" presId="urn:microsoft.com/office/officeart/2005/8/layout/process3"/>
    <dgm:cxn modelId="{0499D5AF-3480-4545-81E9-EB9C2352923E}" type="presParOf" srcId="{2DE5D528-9DE0-47BF-BEE4-AA7ADD06420C}" destId="{D91CD3CD-4B67-4AC4-8037-C4FCC430DE7A}" srcOrd="6" destOrd="0" presId="urn:microsoft.com/office/officeart/2005/8/layout/process3"/>
    <dgm:cxn modelId="{CBF7B81D-9621-4327-B03D-101FBA55F4B8}" type="presParOf" srcId="{D91CD3CD-4B67-4AC4-8037-C4FCC430DE7A}" destId="{11BFEEF5-E872-40D5-9D5D-08026B0284F0}" srcOrd="0" destOrd="0" presId="urn:microsoft.com/office/officeart/2005/8/layout/process3"/>
    <dgm:cxn modelId="{A8673010-82DF-4A5B-8ABB-064A269EBCAA}" type="presParOf" srcId="{D91CD3CD-4B67-4AC4-8037-C4FCC430DE7A}" destId="{B8DDF376-AAA8-4DF7-8F11-E48AB384C280}" srcOrd="1" destOrd="0" presId="urn:microsoft.com/office/officeart/2005/8/layout/process3"/>
    <dgm:cxn modelId="{846F9942-B9AE-4D76-AF79-63A5EC9390A0}" type="presParOf" srcId="{D91CD3CD-4B67-4AC4-8037-C4FCC430DE7A}" destId="{EDA4E999-B235-4B47-ABA1-9CA9561FFDAD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AB530-53B8-4113-B1D4-13EB7B4E9903}">
      <dsp:nvSpPr>
        <dsp:cNvPr id="0" name=""/>
        <dsp:cNvSpPr/>
      </dsp:nvSpPr>
      <dsp:spPr>
        <a:xfrm>
          <a:off x="6400" y="44"/>
          <a:ext cx="1760582" cy="8718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9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发布相关</a:t>
          </a:r>
          <a:endParaRPr lang="zh-CN" altLang="en-US" sz="29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934" y="25578"/>
        <a:ext cx="1709514" cy="820739"/>
      </dsp:txXfrm>
    </dsp:sp>
    <dsp:sp modelId="{F6B49DB5-8279-452C-AED8-2067ADAAB4FD}">
      <dsp:nvSpPr>
        <dsp:cNvPr id="0" name=""/>
        <dsp:cNvSpPr/>
      </dsp:nvSpPr>
      <dsp:spPr>
        <a:xfrm>
          <a:off x="6400" y="1003224"/>
          <a:ext cx="418190" cy="8718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统一</a:t>
          </a:r>
          <a:r>
            <a:rPr lang="en-US" altLang="zh-CN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SDK</a:t>
          </a: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对接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8648" y="1015472"/>
        <a:ext cx="393694" cy="847311"/>
      </dsp:txXfrm>
    </dsp:sp>
    <dsp:sp modelId="{744D489C-E4E7-440E-964B-5814CC3F92FD}">
      <dsp:nvSpPr>
        <dsp:cNvPr id="0" name=""/>
        <dsp:cNvSpPr/>
      </dsp:nvSpPr>
      <dsp:spPr>
        <a:xfrm>
          <a:off x="6400" y="2006405"/>
          <a:ext cx="418190" cy="8718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渠道</a:t>
          </a:r>
          <a:r>
            <a:rPr lang="en-US" altLang="zh-CN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SDK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8648" y="2018653"/>
        <a:ext cx="393694" cy="847311"/>
      </dsp:txXfrm>
    </dsp:sp>
    <dsp:sp modelId="{DA7174E3-619F-4221-8776-1B37315657D6}">
      <dsp:nvSpPr>
        <dsp:cNvPr id="0" name=""/>
        <dsp:cNvSpPr/>
      </dsp:nvSpPr>
      <dsp:spPr>
        <a:xfrm>
          <a:off x="6400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助手</a:t>
          </a:r>
          <a:r>
            <a:rPr lang="en-US" altLang="zh-CN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SDK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8648" y="3021833"/>
        <a:ext cx="393694" cy="847311"/>
      </dsp:txXfrm>
    </dsp:sp>
    <dsp:sp modelId="{FEADADCF-ACC9-4C2B-A732-A94948BD84C6}">
      <dsp:nvSpPr>
        <dsp:cNvPr id="0" name=""/>
        <dsp:cNvSpPr/>
      </dsp:nvSpPr>
      <dsp:spPr>
        <a:xfrm>
          <a:off x="459719" y="1003224"/>
          <a:ext cx="418190" cy="8718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统一外部插件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71967" y="1015472"/>
        <a:ext cx="393694" cy="847311"/>
      </dsp:txXfrm>
    </dsp:sp>
    <dsp:sp modelId="{4EAED6FD-FE5C-47F7-8C2E-545AA5F1EAE7}">
      <dsp:nvSpPr>
        <dsp:cNvPr id="0" name=""/>
        <dsp:cNvSpPr/>
      </dsp:nvSpPr>
      <dsp:spPr>
        <a:xfrm>
          <a:off x="459719" y="2006405"/>
          <a:ext cx="418190" cy="8718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语音、视频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71967" y="2018653"/>
        <a:ext cx="393694" cy="847311"/>
      </dsp:txXfrm>
    </dsp:sp>
    <dsp:sp modelId="{1EA8BD8B-BC64-4BEB-A75F-5E017F3F74A2}">
      <dsp:nvSpPr>
        <dsp:cNvPr id="0" name=""/>
        <dsp:cNvSpPr/>
      </dsp:nvSpPr>
      <dsp:spPr>
        <a:xfrm>
          <a:off x="459719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翻译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71967" y="3021833"/>
        <a:ext cx="393694" cy="847311"/>
      </dsp:txXfrm>
    </dsp:sp>
    <dsp:sp modelId="{0EFF5668-E2E5-4D7F-B363-2B7C6A97B8F4}">
      <dsp:nvSpPr>
        <dsp:cNvPr id="0" name=""/>
        <dsp:cNvSpPr/>
      </dsp:nvSpPr>
      <dsp:spPr>
        <a:xfrm>
          <a:off x="913037" y="1003224"/>
          <a:ext cx="853945" cy="8718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打包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938048" y="1028235"/>
        <a:ext cx="803923" cy="821785"/>
      </dsp:txXfrm>
    </dsp:sp>
    <dsp:sp modelId="{F66CDEAF-083F-42BE-9A64-92490895C3F5}">
      <dsp:nvSpPr>
        <dsp:cNvPr id="0" name=""/>
        <dsp:cNvSpPr/>
      </dsp:nvSpPr>
      <dsp:spPr>
        <a:xfrm>
          <a:off x="913037" y="2006405"/>
          <a:ext cx="418190" cy="8718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自动打包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925285" y="2018653"/>
        <a:ext cx="393694" cy="847311"/>
      </dsp:txXfrm>
    </dsp:sp>
    <dsp:sp modelId="{A9BEC13B-FB95-4E80-A820-75D272EAE69F}">
      <dsp:nvSpPr>
        <dsp:cNvPr id="0" name=""/>
        <dsp:cNvSpPr/>
      </dsp:nvSpPr>
      <dsp:spPr>
        <a:xfrm>
          <a:off x="913037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直接平台操作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925285" y="3021833"/>
        <a:ext cx="393694" cy="847311"/>
      </dsp:txXfrm>
    </dsp:sp>
    <dsp:sp modelId="{B8100F95-B057-4EA6-A50B-BC4EC9D8DA6C}">
      <dsp:nvSpPr>
        <dsp:cNvPr id="0" name=""/>
        <dsp:cNvSpPr/>
      </dsp:nvSpPr>
      <dsp:spPr>
        <a:xfrm>
          <a:off x="1348792" y="2006405"/>
          <a:ext cx="418190" cy="8718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多版本打包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361040" y="2018653"/>
        <a:ext cx="393694" cy="847311"/>
      </dsp:txXfrm>
    </dsp:sp>
    <dsp:sp modelId="{F83397BE-FDD8-4911-8A99-AF495BDA74D9}">
      <dsp:nvSpPr>
        <dsp:cNvPr id="0" name=""/>
        <dsp:cNvSpPr/>
      </dsp:nvSpPr>
      <dsp:spPr>
        <a:xfrm>
          <a:off x="1348792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各个渠道版本母包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361040" y="3021833"/>
        <a:ext cx="393694" cy="847311"/>
      </dsp:txXfrm>
    </dsp:sp>
    <dsp:sp modelId="{C0BDF183-AC75-4AE0-B3D6-76F98294496A}">
      <dsp:nvSpPr>
        <dsp:cNvPr id="0" name=""/>
        <dsp:cNvSpPr/>
      </dsp:nvSpPr>
      <dsp:spPr>
        <a:xfrm>
          <a:off x="1837238" y="44"/>
          <a:ext cx="8600926" cy="8718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9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研发相关</a:t>
          </a:r>
          <a:endParaRPr lang="zh-CN" altLang="en-US" sz="29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862772" y="25578"/>
        <a:ext cx="8549858" cy="820739"/>
      </dsp:txXfrm>
    </dsp:sp>
    <dsp:sp modelId="{CEA0BBD6-687D-4EC5-8BE4-D0F887ADDD37}">
      <dsp:nvSpPr>
        <dsp:cNvPr id="0" name=""/>
        <dsp:cNvSpPr/>
      </dsp:nvSpPr>
      <dsp:spPr>
        <a:xfrm>
          <a:off x="1837238" y="1003224"/>
          <a:ext cx="3860317" cy="8718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底层框架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862772" y="1028758"/>
        <a:ext cx="3809249" cy="820739"/>
      </dsp:txXfrm>
    </dsp:sp>
    <dsp:sp modelId="{8E1E5D58-CD44-47B2-B5A4-01EF38091FED}">
      <dsp:nvSpPr>
        <dsp:cNvPr id="0" name=""/>
        <dsp:cNvSpPr/>
      </dsp:nvSpPr>
      <dsp:spPr>
        <a:xfrm>
          <a:off x="1837238" y="2006405"/>
          <a:ext cx="845163" cy="8718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热更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861992" y="2031159"/>
        <a:ext cx="795655" cy="822299"/>
      </dsp:txXfrm>
    </dsp:sp>
    <dsp:sp modelId="{7AC244A9-755D-461B-807E-95AD5797A598}">
      <dsp:nvSpPr>
        <dsp:cNvPr id="0" name=""/>
        <dsp:cNvSpPr/>
      </dsp:nvSpPr>
      <dsp:spPr>
        <a:xfrm>
          <a:off x="1837238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资源热更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849486" y="3021833"/>
        <a:ext cx="393694" cy="847311"/>
      </dsp:txXfrm>
    </dsp:sp>
    <dsp:sp modelId="{74055821-335B-4A63-80B3-7504F34CF19B}">
      <dsp:nvSpPr>
        <dsp:cNvPr id="0" name=""/>
        <dsp:cNvSpPr/>
      </dsp:nvSpPr>
      <dsp:spPr>
        <a:xfrm>
          <a:off x="2264211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代码热更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76459" y="3021833"/>
        <a:ext cx="393694" cy="847311"/>
      </dsp:txXfrm>
    </dsp:sp>
    <dsp:sp modelId="{AD95E0DD-373C-4D3F-A99F-2280C364760E}">
      <dsp:nvSpPr>
        <dsp:cNvPr id="0" name=""/>
        <dsp:cNvSpPr/>
      </dsp:nvSpPr>
      <dsp:spPr>
        <a:xfrm>
          <a:off x="2699966" y="2006405"/>
          <a:ext cx="1272135" cy="8718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项目协作分功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25500" y="2031939"/>
        <a:ext cx="1221067" cy="820739"/>
      </dsp:txXfrm>
    </dsp:sp>
    <dsp:sp modelId="{6CECFB43-2333-45C4-B5C4-79C127865F1B}">
      <dsp:nvSpPr>
        <dsp:cNvPr id="0" name=""/>
        <dsp:cNvSpPr/>
      </dsp:nvSpPr>
      <dsp:spPr>
        <a:xfrm>
          <a:off x="2699966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美术工程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12214" y="3021833"/>
        <a:ext cx="393694" cy="847311"/>
      </dsp:txXfrm>
    </dsp:sp>
    <dsp:sp modelId="{56F48805-4BA3-496F-834F-1491554332B3}">
      <dsp:nvSpPr>
        <dsp:cNvPr id="0" name=""/>
        <dsp:cNvSpPr/>
      </dsp:nvSpPr>
      <dsp:spPr>
        <a:xfrm>
          <a:off x="3126938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程序工程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39186" y="3021833"/>
        <a:ext cx="393694" cy="847311"/>
      </dsp:txXfrm>
    </dsp:sp>
    <dsp:sp modelId="{D2167AC8-1189-4FE8-B35F-3FEDE28390A7}">
      <dsp:nvSpPr>
        <dsp:cNvPr id="0" name=""/>
        <dsp:cNvSpPr/>
      </dsp:nvSpPr>
      <dsp:spPr>
        <a:xfrm>
          <a:off x="3553911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策划数据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566159" y="3021833"/>
        <a:ext cx="393694" cy="847311"/>
      </dsp:txXfrm>
    </dsp:sp>
    <dsp:sp modelId="{9FEFC541-9DA9-46BB-8B8A-BE36162FDD38}">
      <dsp:nvSpPr>
        <dsp:cNvPr id="0" name=""/>
        <dsp:cNvSpPr/>
      </dsp:nvSpPr>
      <dsp:spPr>
        <a:xfrm>
          <a:off x="3989666" y="2006405"/>
          <a:ext cx="845163" cy="8718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网络层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14420" y="2031159"/>
        <a:ext cx="795655" cy="822299"/>
      </dsp:txXfrm>
    </dsp:sp>
    <dsp:sp modelId="{42F5B602-CEEE-4DD0-BC81-17B4B61B5D9B}">
      <dsp:nvSpPr>
        <dsp:cNvPr id="0" name=""/>
        <dsp:cNvSpPr/>
      </dsp:nvSpPr>
      <dsp:spPr>
        <a:xfrm>
          <a:off x="3989666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网络通讯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01914" y="3021833"/>
        <a:ext cx="393694" cy="847311"/>
      </dsp:txXfrm>
    </dsp:sp>
    <dsp:sp modelId="{3858EDA5-5CFC-4A26-8FFE-CB6CB9207063}">
      <dsp:nvSpPr>
        <dsp:cNvPr id="0" name=""/>
        <dsp:cNvSpPr/>
      </dsp:nvSpPr>
      <dsp:spPr>
        <a:xfrm>
          <a:off x="4416638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Web</a:t>
          </a: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配置参数获取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428886" y="3021833"/>
        <a:ext cx="393694" cy="847311"/>
      </dsp:txXfrm>
    </dsp:sp>
    <dsp:sp modelId="{7D6C3B5F-7637-4DBF-83DB-8E74110312C0}">
      <dsp:nvSpPr>
        <dsp:cNvPr id="0" name=""/>
        <dsp:cNvSpPr/>
      </dsp:nvSpPr>
      <dsp:spPr>
        <a:xfrm>
          <a:off x="4852393" y="2006405"/>
          <a:ext cx="845163" cy="8718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日志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877147" y="2031159"/>
        <a:ext cx="795655" cy="822299"/>
      </dsp:txXfrm>
    </dsp:sp>
    <dsp:sp modelId="{CA481B09-F5DF-450F-8DC6-EA944E6432BE}">
      <dsp:nvSpPr>
        <dsp:cNvPr id="0" name=""/>
        <dsp:cNvSpPr/>
      </dsp:nvSpPr>
      <dsp:spPr>
        <a:xfrm>
          <a:off x="4852393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游戏日志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864641" y="3021833"/>
        <a:ext cx="393694" cy="847311"/>
      </dsp:txXfrm>
    </dsp:sp>
    <dsp:sp modelId="{47F57E6B-0A12-4A6A-BC5D-EDFE79F4894A}">
      <dsp:nvSpPr>
        <dsp:cNvPr id="0" name=""/>
        <dsp:cNvSpPr/>
      </dsp:nvSpPr>
      <dsp:spPr>
        <a:xfrm>
          <a:off x="5279366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数据分析日志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291614" y="3021833"/>
        <a:ext cx="393694" cy="847311"/>
      </dsp:txXfrm>
    </dsp:sp>
    <dsp:sp modelId="{B5C13ECC-8295-40AA-9B91-F4479E4CFE20}">
      <dsp:nvSpPr>
        <dsp:cNvPr id="0" name=""/>
        <dsp:cNvSpPr/>
      </dsp:nvSpPr>
      <dsp:spPr>
        <a:xfrm>
          <a:off x="5732684" y="1003224"/>
          <a:ext cx="4705480" cy="8718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游戏框架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758218" y="1028758"/>
        <a:ext cx="4654412" cy="820739"/>
      </dsp:txXfrm>
    </dsp:sp>
    <dsp:sp modelId="{F5F8A592-2756-4A9D-BDBB-924603DCA8FE}">
      <dsp:nvSpPr>
        <dsp:cNvPr id="0" name=""/>
        <dsp:cNvSpPr/>
      </dsp:nvSpPr>
      <dsp:spPr>
        <a:xfrm>
          <a:off x="5732684" y="2006405"/>
          <a:ext cx="845163" cy="8718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资源管理层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757438" y="2031159"/>
        <a:ext cx="795655" cy="822299"/>
      </dsp:txXfrm>
    </dsp:sp>
    <dsp:sp modelId="{C92BC9FF-30B8-47B6-A670-47F7CED30E7C}">
      <dsp:nvSpPr>
        <dsp:cNvPr id="0" name=""/>
        <dsp:cNvSpPr/>
      </dsp:nvSpPr>
      <dsp:spPr>
        <a:xfrm>
          <a:off x="5732684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打包资源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744932" y="3021833"/>
        <a:ext cx="393694" cy="847311"/>
      </dsp:txXfrm>
    </dsp:sp>
    <dsp:sp modelId="{BB0B5FA3-9149-42FD-9694-21B9EF31359C}">
      <dsp:nvSpPr>
        <dsp:cNvPr id="0" name=""/>
        <dsp:cNvSpPr/>
      </dsp:nvSpPr>
      <dsp:spPr>
        <a:xfrm>
          <a:off x="6159657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零散资源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171905" y="3021833"/>
        <a:ext cx="393694" cy="847311"/>
      </dsp:txXfrm>
    </dsp:sp>
    <dsp:sp modelId="{A4318EDB-75C0-4AA7-BC6F-DC68AC1899EF}">
      <dsp:nvSpPr>
        <dsp:cNvPr id="0" name=""/>
        <dsp:cNvSpPr/>
      </dsp:nvSpPr>
      <dsp:spPr>
        <a:xfrm>
          <a:off x="6595411" y="2006405"/>
          <a:ext cx="1272135" cy="8718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代码自动生成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620945" y="2031939"/>
        <a:ext cx="1221067" cy="820739"/>
      </dsp:txXfrm>
    </dsp:sp>
    <dsp:sp modelId="{B7856494-62FF-4BCB-9F73-2A81668B1B2F}">
      <dsp:nvSpPr>
        <dsp:cNvPr id="0" name=""/>
        <dsp:cNvSpPr/>
      </dsp:nvSpPr>
      <dsp:spPr>
        <a:xfrm>
          <a:off x="6595411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UI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607659" y="3021833"/>
        <a:ext cx="393694" cy="847311"/>
      </dsp:txXfrm>
    </dsp:sp>
    <dsp:sp modelId="{E0F3583D-6BAF-476D-A73A-ED7B18D73F54}">
      <dsp:nvSpPr>
        <dsp:cNvPr id="0" name=""/>
        <dsp:cNvSpPr/>
      </dsp:nvSpPr>
      <dsp:spPr>
        <a:xfrm>
          <a:off x="7022384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DB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034632" y="3021833"/>
        <a:ext cx="393694" cy="847311"/>
      </dsp:txXfrm>
    </dsp:sp>
    <dsp:sp modelId="{3DA3D45D-A4A6-457E-8FC1-F1B3FB1817B6}">
      <dsp:nvSpPr>
        <dsp:cNvPr id="0" name=""/>
        <dsp:cNvSpPr/>
      </dsp:nvSpPr>
      <dsp:spPr>
        <a:xfrm>
          <a:off x="7449357" y="3009585"/>
          <a:ext cx="418190" cy="8718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协议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461605" y="3021833"/>
        <a:ext cx="393694" cy="847311"/>
      </dsp:txXfrm>
    </dsp:sp>
    <dsp:sp modelId="{DA687144-C051-4472-9C1E-CBF318A3F699}">
      <dsp:nvSpPr>
        <dsp:cNvPr id="0" name=""/>
        <dsp:cNvSpPr/>
      </dsp:nvSpPr>
      <dsp:spPr>
        <a:xfrm>
          <a:off x="7885111" y="2006405"/>
          <a:ext cx="2553053" cy="871807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1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公共模块</a:t>
          </a:r>
          <a:endParaRPr lang="zh-CN" altLang="en-US" sz="1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910645" y="2031939"/>
        <a:ext cx="2501985" cy="820739"/>
      </dsp:txXfrm>
    </dsp:sp>
    <dsp:sp modelId="{B169B4A0-8979-4936-A56F-6FBEEC774E22}">
      <dsp:nvSpPr>
        <dsp:cNvPr id="0" name=""/>
        <dsp:cNvSpPr/>
      </dsp:nvSpPr>
      <dsp:spPr>
        <a:xfrm>
          <a:off x="7885111" y="3009585"/>
          <a:ext cx="418190" cy="871807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场景管理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897359" y="3021833"/>
        <a:ext cx="393694" cy="847311"/>
      </dsp:txXfrm>
    </dsp:sp>
    <dsp:sp modelId="{6525000C-FD69-44F5-9CA5-83CDF276A2B6}">
      <dsp:nvSpPr>
        <dsp:cNvPr id="0" name=""/>
        <dsp:cNvSpPr/>
      </dsp:nvSpPr>
      <dsp:spPr>
        <a:xfrm>
          <a:off x="8312084" y="3009585"/>
          <a:ext cx="418190" cy="871807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Avatar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8324332" y="3021833"/>
        <a:ext cx="393694" cy="847311"/>
      </dsp:txXfrm>
    </dsp:sp>
    <dsp:sp modelId="{055D9851-FCC4-4DB4-80AC-7D4A580F23DE}">
      <dsp:nvSpPr>
        <dsp:cNvPr id="0" name=""/>
        <dsp:cNvSpPr/>
      </dsp:nvSpPr>
      <dsp:spPr>
        <a:xfrm>
          <a:off x="8739057" y="3009585"/>
          <a:ext cx="418190" cy="871807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镜头控制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8751305" y="3021833"/>
        <a:ext cx="393694" cy="847311"/>
      </dsp:txXfrm>
    </dsp:sp>
    <dsp:sp modelId="{CDFFB4E1-1FB5-49C4-9B25-39FF1BF2A54E}">
      <dsp:nvSpPr>
        <dsp:cNvPr id="0" name=""/>
        <dsp:cNvSpPr/>
      </dsp:nvSpPr>
      <dsp:spPr>
        <a:xfrm>
          <a:off x="9166029" y="3009585"/>
          <a:ext cx="418190" cy="871807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剧情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9178277" y="3021833"/>
        <a:ext cx="393694" cy="847311"/>
      </dsp:txXfrm>
    </dsp:sp>
    <dsp:sp modelId="{922D626B-83AA-4BDE-8F5E-FD633CAC21E8}">
      <dsp:nvSpPr>
        <dsp:cNvPr id="0" name=""/>
        <dsp:cNvSpPr/>
      </dsp:nvSpPr>
      <dsp:spPr>
        <a:xfrm>
          <a:off x="9593002" y="3009585"/>
          <a:ext cx="418190" cy="871807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多语言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9605250" y="3021833"/>
        <a:ext cx="393694" cy="847311"/>
      </dsp:txXfrm>
    </dsp:sp>
    <dsp:sp modelId="{CA11F96D-AF25-4BDD-A5B5-DFAE369719F6}">
      <dsp:nvSpPr>
        <dsp:cNvPr id="0" name=""/>
        <dsp:cNvSpPr/>
      </dsp:nvSpPr>
      <dsp:spPr>
        <a:xfrm>
          <a:off x="10019975" y="3009585"/>
          <a:ext cx="418190" cy="871807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8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。。。</a:t>
          </a:r>
          <a:endParaRPr lang="zh-CN" altLang="en-US" sz="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0032223" y="3021833"/>
        <a:ext cx="393694" cy="8473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599BF-1FE2-4F4C-A180-CF25C9745C21}">
      <dsp:nvSpPr>
        <dsp:cNvPr id="0" name=""/>
        <dsp:cNvSpPr/>
      </dsp:nvSpPr>
      <dsp:spPr>
        <a:xfrm>
          <a:off x="534437" y="226990"/>
          <a:ext cx="1921930" cy="66746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EB134-3249-42E5-A313-4A19A6784160}">
      <dsp:nvSpPr>
        <dsp:cNvPr id="0" name=""/>
        <dsp:cNvSpPr/>
      </dsp:nvSpPr>
      <dsp:spPr>
        <a:xfrm>
          <a:off x="1303634" y="1919605"/>
          <a:ext cx="372467" cy="238378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A38C0F-A7D2-4856-B9F1-F5A61854DCDB}">
      <dsp:nvSpPr>
        <dsp:cNvPr id="0" name=""/>
        <dsp:cNvSpPr/>
      </dsp:nvSpPr>
      <dsp:spPr>
        <a:xfrm>
          <a:off x="595947" y="2110309"/>
          <a:ext cx="1787842" cy="44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 dirty="0"/>
        </a:p>
      </dsp:txBody>
      <dsp:txXfrm>
        <a:off x="595947" y="2110309"/>
        <a:ext cx="1787842" cy="446960"/>
      </dsp:txXfrm>
    </dsp:sp>
    <dsp:sp modelId="{D388C506-0AC7-48D0-9E3F-38F209FB3D8E}">
      <dsp:nvSpPr>
        <dsp:cNvPr id="0" name=""/>
        <dsp:cNvSpPr/>
      </dsp:nvSpPr>
      <dsp:spPr>
        <a:xfrm>
          <a:off x="1224671" y="1004230"/>
          <a:ext cx="670440" cy="6704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策划配置</a:t>
          </a:r>
          <a:endParaRPr lang="zh-CN" altLang="en-US" sz="1400" kern="1200" dirty="0"/>
        </a:p>
      </dsp:txBody>
      <dsp:txXfrm>
        <a:off x="1322855" y="1102414"/>
        <a:ext cx="474072" cy="474072"/>
      </dsp:txXfrm>
    </dsp:sp>
    <dsp:sp modelId="{94C7F7ED-1D75-4D37-B136-4E4295921FA0}">
      <dsp:nvSpPr>
        <dsp:cNvPr id="0" name=""/>
        <dsp:cNvSpPr/>
      </dsp:nvSpPr>
      <dsp:spPr>
        <a:xfrm>
          <a:off x="711687" y="492937"/>
          <a:ext cx="670440" cy="6704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美术资源</a:t>
          </a:r>
          <a:endParaRPr lang="zh-CN" altLang="en-US" sz="1400" kern="1200" dirty="0"/>
        </a:p>
      </dsp:txBody>
      <dsp:txXfrm>
        <a:off x="809871" y="591121"/>
        <a:ext cx="474072" cy="474072"/>
      </dsp:txXfrm>
    </dsp:sp>
    <dsp:sp modelId="{EAA46433-1A86-4237-9BBD-C025BE90131D}">
      <dsp:nvSpPr>
        <dsp:cNvPr id="0" name=""/>
        <dsp:cNvSpPr/>
      </dsp:nvSpPr>
      <dsp:spPr>
        <a:xfrm>
          <a:off x="1430273" y="339153"/>
          <a:ext cx="670440" cy="6704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程序代码</a:t>
          </a:r>
          <a:endParaRPr lang="zh-CN" altLang="en-US" sz="1400" kern="1200" dirty="0"/>
        </a:p>
      </dsp:txBody>
      <dsp:txXfrm>
        <a:off x="1528457" y="437337"/>
        <a:ext cx="474072" cy="474072"/>
      </dsp:txXfrm>
    </dsp:sp>
    <dsp:sp modelId="{1A594CBF-1DA3-476D-9ECA-A15AE50C2275}">
      <dsp:nvSpPr>
        <dsp:cNvPr id="0" name=""/>
        <dsp:cNvSpPr/>
      </dsp:nvSpPr>
      <dsp:spPr>
        <a:xfrm>
          <a:off x="444541" y="157890"/>
          <a:ext cx="2085815" cy="1668652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A39C8-97FA-457B-B714-E1D33B254161}">
      <dsp:nvSpPr>
        <dsp:cNvPr id="0" name=""/>
        <dsp:cNvSpPr/>
      </dsp:nvSpPr>
      <dsp:spPr>
        <a:xfrm>
          <a:off x="1169194" y="1062836"/>
          <a:ext cx="264943" cy="7572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471" y="0"/>
              </a:lnTo>
              <a:lnTo>
                <a:pt x="132471" y="757270"/>
              </a:lnTo>
              <a:lnTo>
                <a:pt x="264943" y="75727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1281608" y="1421414"/>
        <a:ext cx="40114" cy="40114"/>
      </dsp:txXfrm>
    </dsp:sp>
    <dsp:sp modelId="{7FDA9A5D-5279-4071-8479-E806A29A2C2B}">
      <dsp:nvSpPr>
        <dsp:cNvPr id="0" name=""/>
        <dsp:cNvSpPr/>
      </dsp:nvSpPr>
      <dsp:spPr>
        <a:xfrm>
          <a:off x="1169194" y="1062836"/>
          <a:ext cx="264943" cy="2524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2471" y="0"/>
              </a:lnTo>
              <a:lnTo>
                <a:pt x="132471" y="252423"/>
              </a:lnTo>
              <a:lnTo>
                <a:pt x="264943" y="25242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1292517" y="1179899"/>
        <a:ext cx="18297" cy="18297"/>
      </dsp:txXfrm>
    </dsp:sp>
    <dsp:sp modelId="{6DA49CC1-D4DD-4A76-8F19-CA29A24D4DD0}">
      <dsp:nvSpPr>
        <dsp:cNvPr id="0" name=""/>
        <dsp:cNvSpPr/>
      </dsp:nvSpPr>
      <dsp:spPr>
        <a:xfrm>
          <a:off x="1169194" y="810412"/>
          <a:ext cx="264943" cy="252423"/>
        </a:xfrm>
        <a:custGeom>
          <a:avLst/>
          <a:gdLst/>
          <a:ahLst/>
          <a:cxnLst/>
          <a:rect l="0" t="0" r="0" b="0"/>
          <a:pathLst>
            <a:path>
              <a:moveTo>
                <a:pt x="0" y="252423"/>
              </a:moveTo>
              <a:lnTo>
                <a:pt x="132471" y="252423"/>
              </a:lnTo>
              <a:lnTo>
                <a:pt x="132471" y="0"/>
              </a:lnTo>
              <a:lnTo>
                <a:pt x="264943" y="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1292517" y="927475"/>
        <a:ext cx="18297" cy="18297"/>
      </dsp:txXfrm>
    </dsp:sp>
    <dsp:sp modelId="{C2C393CD-967C-4317-A422-B582EDACE7E3}">
      <dsp:nvSpPr>
        <dsp:cNvPr id="0" name=""/>
        <dsp:cNvSpPr/>
      </dsp:nvSpPr>
      <dsp:spPr>
        <a:xfrm>
          <a:off x="1169194" y="305565"/>
          <a:ext cx="264943" cy="757270"/>
        </a:xfrm>
        <a:custGeom>
          <a:avLst/>
          <a:gdLst/>
          <a:ahLst/>
          <a:cxnLst/>
          <a:rect l="0" t="0" r="0" b="0"/>
          <a:pathLst>
            <a:path>
              <a:moveTo>
                <a:pt x="0" y="757270"/>
              </a:moveTo>
              <a:lnTo>
                <a:pt x="132471" y="757270"/>
              </a:lnTo>
              <a:lnTo>
                <a:pt x="132471" y="0"/>
              </a:lnTo>
              <a:lnTo>
                <a:pt x="264943" y="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1281608" y="664143"/>
        <a:ext cx="40114" cy="40114"/>
      </dsp:txXfrm>
    </dsp:sp>
    <dsp:sp modelId="{8E440BAA-9E9C-4C5E-A5A7-0256986C0E44}">
      <dsp:nvSpPr>
        <dsp:cNvPr id="0" name=""/>
        <dsp:cNvSpPr/>
      </dsp:nvSpPr>
      <dsp:spPr>
        <a:xfrm rot="16200000">
          <a:off x="-95580" y="860897"/>
          <a:ext cx="2125672" cy="403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 smtClean="0"/>
            <a:t>版本分支</a:t>
          </a:r>
          <a:endParaRPr lang="zh-CN" altLang="en-US" sz="2300" kern="1200" dirty="0"/>
        </a:p>
      </dsp:txBody>
      <dsp:txXfrm>
        <a:off x="-95580" y="860897"/>
        <a:ext cx="2125672" cy="403877"/>
      </dsp:txXfrm>
    </dsp:sp>
    <dsp:sp modelId="{ACCAC760-7407-45D3-8F1B-A013179F2EFC}">
      <dsp:nvSpPr>
        <dsp:cNvPr id="0" name=""/>
        <dsp:cNvSpPr/>
      </dsp:nvSpPr>
      <dsp:spPr>
        <a:xfrm>
          <a:off x="1434137" y="103626"/>
          <a:ext cx="1324718" cy="403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 smtClean="0"/>
            <a:t>主线版本</a:t>
          </a:r>
          <a:endParaRPr lang="zh-CN" altLang="en-US" sz="2300" kern="1200" dirty="0"/>
        </a:p>
      </dsp:txBody>
      <dsp:txXfrm>
        <a:off x="1434137" y="103626"/>
        <a:ext cx="1324718" cy="403877"/>
      </dsp:txXfrm>
    </dsp:sp>
    <dsp:sp modelId="{04DDF378-6401-42CA-8475-49DA0C4A135E}">
      <dsp:nvSpPr>
        <dsp:cNvPr id="0" name=""/>
        <dsp:cNvSpPr/>
      </dsp:nvSpPr>
      <dsp:spPr>
        <a:xfrm>
          <a:off x="1434137" y="608473"/>
          <a:ext cx="1324718" cy="403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 smtClean="0"/>
            <a:t>平台版本</a:t>
          </a:r>
          <a:endParaRPr lang="zh-CN" altLang="en-US" sz="2300" kern="1200" dirty="0"/>
        </a:p>
      </dsp:txBody>
      <dsp:txXfrm>
        <a:off x="1434137" y="608473"/>
        <a:ext cx="1324718" cy="403877"/>
      </dsp:txXfrm>
    </dsp:sp>
    <dsp:sp modelId="{7255FEAE-73D0-45EF-BC0A-7CBDAD22DF23}">
      <dsp:nvSpPr>
        <dsp:cNvPr id="0" name=""/>
        <dsp:cNvSpPr/>
      </dsp:nvSpPr>
      <dsp:spPr>
        <a:xfrm>
          <a:off x="1434137" y="1113320"/>
          <a:ext cx="1324718" cy="403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 smtClean="0"/>
            <a:t>测试版本</a:t>
          </a:r>
          <a:endParaRPr lang="zh-CN" altLang="en-US" sz="2300" kern="1200" dirty="0"/>
        </a:p>
      </dsp:txBody>
      <dsp:txXfrm>
        <a:off x="1434137" y="1113320"/>
        <a:ext cx="1324718" cy="403877"/>
      </dsp:txXfrm>
    </dsp:sp>
    <dsp:sp modelId="{F00765F4-F497-447A-94A7-E6644AED0787}">
      <dsp:nvSpPr>
        <dsp:cNvPr id="0" name=""/>
        <dsp:cNvSpPr/>
      </dsp:nvSpPr>
      <dsp:spPr>
        <a:xfrm>
          <a:off x="1434137" y="1618167"/>
          <a:ext cx="1324718" cy="403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300" kern="1200" dirty="0" smtClean="0"/>
            <a:t>。。。</a:t>
          </a:r>
          <a:endParaRPr lang="zh-CN" altLang="en-US" sz="2300" kern="1200" dirty="0"/>
        </a:p>
      </dsp:txBody>
      <dsp:txXfrm>
        <a:off x="1434137" y="1618167"/>
        <a:ext cx="1324718" cy="4038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F62119-2AE3-49AE-B5F6-9F47262150A2}">
      <dsp:nvSpPr>
        <dsp:cNvPr id="0" name=""/>
        <dsp:cNvSpPr/>
      </dsp:nvSpPr>
      <dsp:spPr>
        <a:xfrm>
          <a:off x="44827" y="1335"/>
          <a:ext cx="910496" cy="4552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/>
            <a:t>包类型对应的资源</a:t>
          </a:r>
          <a:endParaRPr lang="zh-CN" altLang="en-US" sz="1200" kern="1200" dirty="0"/>
        </a:p>
      </dsp:txBody>
      <dsp:txXfrm>
        <a:off x="58161" y="14669"/>
        <a:ext cx="883828" cy="428580"/>
      </dsp:txXfrm>
    </dsp:sp>
    <dsp:sp modelId="{6D17FB1B-76B6-4AE2-8CB5-40A1AE133090}">
      <dsp:nvSpPr>
        <dsp:cNvPr id="0" name=""/>
        <dsp:cNvSpPr/>
      </dsp:nvSpPr>
      <dsp:spPr>
        <a:xfrm>
          <a:off x="135877" y="456584"/>
          <a:ext cx="98788" cy="3414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436"/>
              </a:lnTo>
              <a:lnTo>
                <a:pt x="98788" y="341436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62B6E0-3579-417E-8CB0-702F37233C76}">
      <dsp:nvSpPr>
        <dsp:cNvPr id="0" name=""/>
        <dsp:cNvSpPr/>
      </dsp:nvSpPr>
      <dsp:spPr>
        <a:xfrm>
          <a:off x="234666" y="570396"/>
          <a:ext cx="728397" cy="455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700" kern="1200" dirty="0" smtClean="0"/>
            <a:t>ICON</a:t>
          </a:r>
          <a:endParaRPr lang="zh-CN" altLang="en-US" sz="700" kern="1200" dirty="0"/>
        </a:p>
      </dsp:txBody>
      <dsp:txXfrm>
        <a:off x="248000" y="583730"/>
        <a:ext cx="701729" cy="428580"/>
      </dsp:txXfrm>
    </dsp:sp>
    <dsp:sp modelId="{B3DAD7D9-7397-4A96-BB8C-6D324799DB8B}">
      <dsp:nvSpPr>
        <dsp:cNvPr id="0" name=""/>
        <dsp:cNvSpPr/>
      </dsp:nvSpPr>
      <dsp:spPr>
        <a:xfrm>
          <a:off x="135877" y="456584"/>
          <a:ext cx="98788" cy="910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0496"/>
              </a:lnTo>
              <a:lnTo>
                <a:pt x="98788" y="910496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5FEA-84F2-4F5B-91D3-08EF5DFF7A57}">
      <dsp:nvSpPr>
        <dsp:cNvPr id="0" name=""/>
        <dsp:cNvSpPr/>
      </dsp:nvSpPr>
      <dsp:spPr>
        <a:xfrm>
          <a:off x="234666" y="1139456"/>
          <a:ext cx="728397" cy="455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kern="1200" dirty="0" smtClean="0"/>
            <a:t>开场动画</a:t>
          </a:r>
          <a:endParaRPr lang="zh-CN" altLang="en-US" sz="700" kern="1200" dirty="0"/>
        </a:p>
      </dsp:txBody>
      <dsp:txXfrm>
        <a:off x="248000" y="1152790"/>
        <a:ext cx="701729" cy="428580"/>
      </dsp:txXfrm>
    </dsp:sp>
    <dsp:sp modelId="{3E499305-BD85-48FC-8A06-FDB7DD911594}">
      <dsp:nvSpPr>
        <dsp:cNvPr id="0" name=""/>
        <dsp:cNvSpPr/>
      </dsp:nvSpPr>
      <dsp:spPr>
        <a:xfrm>
          <a:off x="135877" y="456584"/>
          <a:ext cx="98788" cy="14795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9556"/>
              </a:lnTo>
              <a:lnTo>
                <a:pt x="98788" y="1479556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D769C-2E6C-4C51-BFB1-9AB074EEE06F}">
      <dsp:nvSpPr>
        <dsp:cNvPr id="0" name=""/>
        <dsp:cNvSpPr/>
      </dsp:nvSpPr>
      <dsp:spPr>
        <a:xfrm>
          <a:off x="234666" y="1708516"/>
          <a:ext cx="728397" cy="455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700" kern="1200" dirty="0" smtClean="0"/>
            <a:t>Logo</a:t>
          </a:r>
          <a:endParaRPr lang="zh-CN" altLang="en-US" sz="700" kern="1200" dirty="0"/>
        </a:p>
      </dsp:txBody>
      <dsp:txXfrm>
        <a:off x="248000" y="1721850"/>
        <a:ext cx="701729" cy="428580"/>
      </dsp:txXfrm>
    </dsp:sp>
    <dsp:sp modelId="{6F806D55-D0D2-4B2F-AF1D-FE15CE24A85D}">
      <dsp:nvSpPr>
        <dsp:cNvPr id="0" name=""/>
        <dsp:cNvSpPr/>
      </dsp:nvSpPr>
      <dsp:spPr>
        <a:xfrm>
          <a:off x="135877" y="456584"/>
          <a:ext cx="98788" cy="20486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48616"/>
              </a:lnTo>
              <a:lnTo>
                <a:pt x="98788" y="2048616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62F6B-5428-4B9E-98D1-E8DC19328BBF}">
      <dsp:nvSpPr>
        <dsp:cNvPr id="0" name=""/>
        <dsp:cNvSpPr/>
      </dsp:nvSpPr>
      <dsp:spPr>
        <a:xfrm>
          <a:off x="234666" y="2277577"/>
          <a:ext cx="728397" cy="455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kern="1200" dirty="0" smtClean="0"/>
            <a:t>平台</a:t>
          </a:r>
          <a:r>
            <a:rPr lang="en-US" altLang="zh-CN" sz="700" kern="1200" dirty="0" smtClean="0"/>
            <a:t>SDK</a:t>
          </a:r>
          <a:endParaRPr lang="zh-CN" altLang="en-US" sz="700" kern="1200" dirty="0"/>
        </a:p>
      </dsp:txBody>
      <dsp:txXfrm>
        <a:off x="248000" y="2290911"/>
        <a:ext cx="701729" cy="428580"/>
      </dsp:txXfrm>
    </dsp:sp>
    <dsp:sp modelId="{7FE1DEE6-52D9-44CA-8885-6CBFABEF6366}">
      <dsp:nvSpPr>
        <dsp:cNvPr id="0" name=""/>
        <dsp:cNvSpPr/>
      </dsp:nvSpPr>
      <dsp:spPr>
        <a:xfrm>
          <a:off x="135877" y="456584"/>
          <a:ext cx="98788" cy="26176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17677"/>
              </a:lnTo>
              <a:lnTo>
                <a:pt x="98788" y="2617677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25FEF6-B1B2-4F65-AD3B-441494142941}">
      <dsp:nvSpPr>
        <dsp:cNvPr id="0" name=""/>
        <dsp:cNvSpPr/>
      </dsp:nvSpPr>
      <dsp:spPr>
        <a:xfrm>
          <a:off x="234666" y="2846637"/>
          <a:ext cx="728397" cy="455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kern="1200" dirty="0" smtClean="0"/>
            <a:t>充值</a:t>
          </a:r>
          <a:endParaRPr lang="zh-CN" altLang="en-US" sz="700" kern="1200" dirty="0"/>
        </a:p>
      </dsp:txBody>
      <dsp:txXfrm>
        <a:off x="248000" y="2859971"/>
        <a:ext cx="701729" cy="428580"/>
      </dsp:txXfrm>
    </dsp:sp>
    <dsp:sp modelId="{036371ED-998C-438A-8438-76EDC0F263B8}">
      <dsp:nvSpPr>
        <dsp:cNvPr id="0" name=""/>
        <dsp:cNvSpPr/>
      </dsp:nvSpPr>
      <dsp:spPr>
        <a:xfrm>
          <a:off x="135877" y="456584"/>
          <a:ext cx="98788" cy="31867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86737"/>
              </a:lnTo>
              <a:lnTo>
                <a:pt x="98788" y="3186737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30207A-1FB9-495A-95D4-CFF0767CB9A1}">
      <dsp:nvSpPr>
        <dsp:cNvPr id="0" name=""/>
        <dsp:cNvSpPr/>
      </dsp:nvSpPr>
      <dsp:spPr>
        <a:xfrm>
          <a:off x="234666" y="3415697"/>
          <a:ext cx="728397" cy="455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700" kern="1200" dirty="0" err="1" smtClean="0"/>
            <a:t>BundleIdentifier</a:t>
          </a:r>
          <a:endParaRPr lang="zh-CN" altLang="en-US" sz="700" kern="1200" dirty="0"/>
        </a:p>
      </dsp:txBody>
      <dsp:txXfrm>
        <a:off x="248000" y="3429031"/>
        <a:ext cx="701729" cy="428580"/>
      </dsp:txXfrm>
    </dsp:sp>
    <dsp:sp modelId="{EEEA7700-E153-406F-BE1D-DCF87B491978}">
      <dsp:nvSpPr>
        <dsp:cNvPr id="0" name=""/>
        <dsp:cNvSpPr/>
      </dsp:nvSpPr>
      <dsp:spPr>
        <a:xfrm>
          <a:off x="135877" y="456584"/>
          <a:ext cx="98788" cy="37557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55797"/>
              </a:lnTo>
              <a:lnTo>
                <a:pt x="98788" y="3755797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1C64D6-71F9-41E9-A068-BC380DF877F3}">
      <dsp:nvSpPr>
        <dsp:cNvPr id="0" name=""/>
        <dsp:cNvSpPr/>
      </dsp:nvSpPr>
      <dsp:spPr>
        <a:xfrm>
          <a:off x="234666" y="3984757"/>
          <a:ext cx="728397" cy="455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" tIns="8890" rIns="13335" bIns="889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700" kern="1200" dirty="0" smtClean="0"/>
            <a:t>。。。</a:t>
          </a:r>
          <a:endParaRPr lang="zh-CN" altLang="en-US" sz="700" kern="1200" dirty="0"/>
        </a:p>
      </dsp:txBody>
      <dsp:txXfrm>
        <a:off x="248000" y="3998091"/>
        <a:ext cx="701729" cy="4285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3D906-D451-4BD2-8456-A494C37851E3}">
      <dsp:nvSpPr>
        <dsp:cNvPr id="0" name=""/>
        <dsp:cNvSpPr/>
      </dsp:nvSpPr>
      <dsp:spPr>
        <a:xfrm>
          <a:off x="8199" y="-248161"/>
          <a:ext cx="1363061" cy="744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基础功能</a:t>
          </a:r>
          <a:endParaRPr lang="zh-CN" altLang="en-US" sz="1400" kern="1200" dirty="0"/>
        </a:p>
      </dsp:txBody>
      <dsp:txXfrm>
        <a:off x="8199" y="-248161"/>
        <a:ext cx="1363061" cy="496322"/>
      </dsp:txXfrm>
    </dsp:sp>
    <dsp:sp modelId="{EF71D9C3-B67C-4DEB-8A96-85B4A09995E9}">
      <dsp:nvSpPr>
        <dsp:cNvPr id="0" name=""/>
        <dsp:cNvSpPr/>
      </dsp:nvSpPr>
      <dsp:spPr>
        <a:xfrm>
          <a:off x="171356" y="248161"/>
          <a:ext cx="1594114" cy="3624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打包工具（包括美术资源打包、策划资源生成打包）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热更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项目协作拆分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网络层（网络通讯先实现</a:t>
          </a:r>
          <a:r>
            <a:rPr lang="en-US" altLang="zh-CN" sz="1400" kern="1200" dirty="0" smtClean="0"/>
            <a:t>TCP</a:t>
          </a:r>
          <a:r>
            <a:rPr lang="zh-CN" altLang="en-US" sz="1400" kern="1200" dirty="0" smtClean="0"/>
            <a:t>）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资源管理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发版本</a:t>
          </a:r>
          <a:endParaRPr lang="zh-CN" altLang="en-US" sz="1400" kern="1200" dirty="0"/>
        </a:p>
      </dsp:txBody>
      <dsp:txXfrm>
        <a:off x="218046" y="294851"/>
        <a:ext cx="1500734" cy="3530968"/>
      </dsp:txXfrm>
    </dsp:sp>
    <dsp:sp modelId="{33897E29-BF9C-4BB1-BFB9-7F45EAE151CB}">
      <dsp:nvSpPr>
        <dsp:cNvPr id="0" name=""/>
        <dsp:cNvSpPr/>
      </dsp:nvSpPr>
      <dsp:spPr>
        <a:xfrm>
          <a:off x="1606520" y="-169515"/>
          <a:ext cx="498748" cy="339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1606520" y="-101709"/>
        <a:ext cx="397039" cy="203419"/>
      </dsp:txXfrm>
    </dsp:sp>
    <dsp:sp modelId="{45EE5E59-E729-4D47-9EEB-767C8272EBDE}">
      <dsp:nvSpPr>
        <dsp:cNvPr id="0" name=""/>
        <dsp:cNvSpPr/>
      </dsp:nvSpPr>
      <dsp:spPr>
        <a:xfrm>
          <a:off x="2312295" y="-248161"/>
          <a:ext cx="1363061" cy="744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kern="1200" dirty="0" smtClean="0"/>
            <a:t> </a:t>
          </a:r>
          <a:r>
            <a:rPr lang="zh-CN" altLang="en-US" sz="1200" kern="1200" dirty="0" smtClean="0"/>
            <a:t>模块功能（可用版本）</a:t>
          </a:r>
          <a:endParaRPr lang="zh-CN" altLang="en-US" sz="1200" kern="1200" dirty="0"/>
        </a:p>
      </dsp:txBody>
      <dsp:txXfrm>
        <a:off x="2312295" y="-248161"/>
        <a:ext cx="1363061" cy="496322"/>
      </dsp:txXfrm>
    </dsp:sp>
    <dsp:sp modelId="{D7B8C0F5-09DD-4B35-888B-FE14B8C461DC}">
      <dsp:nvSpPr>
        <dsp:cNvPr id="0" name=""/>
        <dsp:cNvSpPr/>
      </dsp:nvSpPr>
      <dsp:spPr>
        <a:xfrm>
          <a:off x="2484700" y="248161"/>
          <a:ext cx="1575617" cy="3624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400" kern="1200" dirty="0" smtClean="0"/>
            <a:t>UI</a:t>
          </a:r>
          <a:r>
            <a:rPr lang="zh-CN" altLang="en-US" sz="1400" kern="1200" dirty="0" smtClean="0"/>
            <a:t>模块（</a:t>
          </a:r>
          <a:r>
            <a:rPr lang="en-US" altLang="zh-CN" sz="1400" kern="1200" dirty="0" smtClean="0"/>
            <a:t>MVC</a:t>
          </a:r>
          <a:r>
            <a:rPr lang="zh-CN" altLang="en-US" sz="1400" kern="1200" dirty="0" smtClean="0"/>
            <a:t>模式进行数据分离）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协议模块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策划数据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代码自动生成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游戏框架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网络消息、系统消息、玩家自定义消息以及数据注入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1400" kern="1200" dirty="0"/>
        </a:p>
      </dsp:txBody>
      <dsp:txXfrm>
        <a:off x="2530848" y="294309"/>
        <a:ext cx="1483321" cy="3532052"/>
      </dsp:txXfrm>
    </dsp:sp>
    <dsp:sp modelId="{2EF85095-2C9A-4A34-AFFA-5C41CBEC7C0C}">
      <dsp:nvSpPr>
        <dsp:cNvPr id="0" name=""/>
        <dsp:cNvSpPr/>
      </dsp:nvSpPr>
      <dsp:spPr>
        <a:xfrm>
          <a:off x="3908304" y="-169515"/>
          <a:ext cx="493846" cy="339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400" kern="1200"/>
        </a:p>
      </dsp:txBody>
      <dsp:txXfrm>
        <a:off x="3908304" y="-101709"/>
        <a:ext cx="392137" cy="203419"/>
      </dsp:txXfrm>
    </dsp:sp>
    <dsp:sp modelId="{001B0657-6DEE-4006-9CF8-14DD7B1E96BC}">
      <dsp:nvSpPr>
        <dsp:cNvPr id="0" name=""/>
        <dsp:cNvSpPr/>
      </dsp:nvSpPr>
      <dsp:spPr>
        <a:xfrm>
          <a:off x="4607143" y="-248161"/>
          <a:ext cx="1363061" cy="744484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rnd" cmpd="sng" algn="ctr">
          <a:solidFill>
            <a:schemeClr val="accent3">
              <a:shade val="50000"/>
            </a:schemeClr>
          </a:solidFill>
          <a:prstDash val="solid"/>
        </a:ln>
        <a:effectLst/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完整版本</a:t>
          </a:r>
          <a:endParaRPr lang="zh-CN" altLang="en-US" sz="1400" kern="1200" dirty="0"/>
        </a:p>
      </dsp:txBody>
      <dsp:txXfrm>
        <a:off x="4607143" y="-248161"/>
        <a:ext cx="1363061" cy="496322"/>
      </dsp:txXfrm>
    </dsp:sp>
    <dsp:sp modelId="{68276618-C880-44B1-ACB0-87A878327AC9}">
      <dsp:nvSpPr>
        <dsp:cNvPr id="0" name=""/>
        <dsp:cNvSpPr/>
      </dsp:nvSpPr>
      <dsp:spPr>
        <a:xfrm>
          <a:off x="4762925" y="248161"/>
          <a:ext cx="1608862" cy="3624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场景管理模块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400" kern="1200" dirty="0" smtClean="0"/>
            <a:t>Avatar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镜头控制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剧情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多语言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日志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1400" kern="1200" dirty="0"/>
        </a:p>
      </dsp:txBody>
      <dsp:txXfrm>
        <a:off x="4810047" y="295283"/>
        <a:ext cx="1514618" cy="3530104"/>
      </dsp:txXfrm>
    </dsp:sp>
    <dsp:sp modelId="{F65DC2B7-5CD7-422E-AB8F-0EBDD3C9D085}">
      <dsp:nvSpPr>
        <dsp:cNvPr id="0" name=""/>
        <dsp:cNvSpPr/>
      </dsp:nvSpPr>
      <dsp:spPr>
        <a:xfrm>
          <a:off x="6207307" y="-169515"/>
          <a:ext cx="502656" cy="3390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6207307" y="-101709"/>
        <a:ext cx="400947" cy="203419"/>
      </dsp:txXfrm>
    </dsp:sp>
    <dsp:sp modelId="{B8DDF376-AAA8-4DF7-8F11-E48AB384C280}">
      <dsp:nvSpPr>
        <dsp:cNvPr id="0" name=""/>
        <dsp:cNvSpPr/>
      </dsp:nvSpPr>
      <dsp:spPr>
        <a:xfrm>
          <a:off x="6918613" y="-248161"/>
          <a:ext cx="1363061" cy="744484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/>
            <a:t>持续开发</a:t>
          </a:r>
          <a:endParaRPr lang="zh-CN" altLang="en-US" sz="1400" kern="1200" dirty="0"/>
        </a:p>
      </dsp:txBody>
      <dsp:txXfrm>
        <a:off x="6918613" y="-248161"/>
        <a:ext cx="1363061" cy="496322"/>
      </dsp:txXfrm>
    </dsp:sp>
    <dsp:sp modelId="{EDA4E999-B235-4B47-ABA1-9CA9561FFDAD}">
      <dsp:nvSpPr>
        <dsp:cNvPr id="0" name=""/>
        <dsp:cNvSpPr/>
      </dsp:nvSpPr>
      <dsp:spPr>
        <a:xfrm>
          <a:off x="7100212" y="248161"/>
          <a:ext cx="1557230" cy="36243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网页工具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1400" kern="1200" dirty="0" smtClean="0"/>
            <a:t>Unity</a:t>
          </a:r>
          <a:r>
            <a:rPr lang="zh-CN" altLang="en-US" sz="1400" kern="1200" dirty="0" smtClean="0"/>
            <a:t>内置工具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不同类型游戏框架模块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外部</a:t>
          </a:r>
          <a:r>
            <a:rPr lang="en-US" altLang="zh-CN" sz="1400" kern="1200" dirty="0" smtClean="0"/>
            <a:t>SDK</a:t>
          </a:r>
          <a:endParaRPr lang="zh-CN" alt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400" kern="1200" dirty="0" smtClean="0"/>
            <a:t>渠道</a:t>
          </a:r>
          <a:r>
            <a:rPr lang="en-US" altLang="zh-CN" sz="1400" kern="1200" dirty="0" smtClean="0"/>
            <a:t>SDK</a:t>
          </a:r>
          <a:endParaRPr lang="zh-CN" altLang="en-US" sz="1400" kern="1200" dirty="0"/>
        </a:p>
      </dsp:txBody>
      <dsp:txXfrm>
        <a:off x="7145822" y="293771"/>
        <a:ext cx="1466010" cy="35331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image" Target="../media/image21.wmf"/><Relationship Id="rId18" Type="http://schemas.openxmlformats.org/officeDocument/2006/relationships/image" Target="../media/image26.wmf"/><Relationship Id="rId3" Type="http://schemas.openxmlformats.org/officeDocument/2006/relationships/image" Target="../media/image11.wmf"/><Relationship Id="rId21" Type="http://schemas.openxmlformats.org/officeDocument/2006/relationships/image" Target="../media/image29.wmf"/><Relationship Id="rId7" Type="http://schemas.openxmlformats.org/officeDocument/2006/relationships/image" Target="../media/image15.wmf"/><Relationship Id="rId12" Type="http://schemas.openxmlformats.org/officeDocument/2006/relationships/image" Target="../media/image20.wmf"/><Relationship Id="rId17" Type="http://schemas.openxmlformats.org/officeDocument/2006/relationships/image" Target="../media/image25.wmf"/><Relationship Id="rId2" Type="http://schemas.openxmlformats.org/officeDocument/2006/relationships/image" Target="../media/image10.wmf"/><Relationship Id="rId16" Type="http://schemas.openxmlformats.org/officeDocument/2006/relationships/image" Target="../media/image24.wmf"/><Relationship Id="rId20" Type="http://schemas.openxmlformats.org/officeDocument/2006/relationships/image" Target="../media/image28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11" Type="http://schemas.openxmlformats.org/officeDocument/2006/relationships/image" Target="../media/image19.wmf"/><Relationship Id="rId24" Type="http://schemas.openxmlformats.org/officeDocument/2006/relationships/image" Target="../media/image32.wmf"/><Relationship Id="rId5" Type="http://schemas.openxmlformats.org/officeDocument/2006/relationships/image" Target="../media/image13.wmf"/><Relationship Id="rId15" Type="http://schemas.openxmlformats.org/officeDocument/2006/relationships/image" Target="../media/image23.wmf"/><Relationship Id="rId23" Type="http://schemas.openxmlformats.org/officeDocument/2006/relationships/image" Target="../media/image31.wmf"/><Relationship Id="rId10" Type="http://schemas.openxmlformats.org/officeDocument/2006/relationships/image" Target="../media/image18.wmf"/><Relationship Id="rId19" Type="http://schemas.openxmlformats.org/officeDocument/2006/relationships/image" Target="../media/image27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Relationship Id="rId14" Type="http://schemas.openxmlformats.org/officeDocument/2006/relationships/image" Target="../media/image22.wmf"/><Relationship Id="rId22" Type="http://schemas.openxmlformats.org/officeDocument/2006/relationships/image" Target="../media/image30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8/14/2018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7.xml"/><Relationship Id="rId13" Type="http://schemas.openxmlformats.org/officeDocument/2006/relationships/image" Target="../media/image3.wmf"/><Relationship Id="rId18" Type="http://schemas.openxmlformats.org/officeDocument/2006/relationships/image" Target="../media/image8.wmf"/><Relationship Id="rId3" Type="http://schemas.openxmlformats.org/officeDocument/2006/relationships/control" Target="../activeX/activeX2.xml"/><Relationship Id="rId7" Type="http://schemas.openxmlformats.org/officeDocument/2006/relationships/control" Target="../activeX/activeX6.xml"/><Relationship Id="rId12" Type="http://schemas.openxmlformats.org/officeDocument/2006/relationships/image" Target="../media/image2.wmf"/><Relationship Id="rId17" Type="http://schemas.openxmlformats.org/officeDocument/2006/relationships/image" Target="../media/image7.wmf"/><Relationship Id="rId2" Type="http://schemas.openxmlformats.org/officeDocument/2006/relationships/control" Target="../activeX/activeX1.xml"/><Relationship Id="rId16" Type="http://schemas.openxmlformats.org/officeDocument/2006/relationships/image" Target="../media/image6.wmf"/><Relationship Id="rId1" Type="http://schemas.openxmlformats.org/officeDocument/2006/relationships/vmlDrawing" Target="../drawings/vmlDrawing1.vml"/><Relationship Id="rId6" Type="http://schemas.openxmlformats.org/officeDocument/2006/relationships/control" Target="../activeX/activeX5.xml"/><Relationship Id="rId11" Type="http://schemas.openxmlformats.org/officeDocument/2006/relationships/image" Target="../media/image1.wmf"/><Relationship Id="rId5" Type="http://schemas.openxmlformats.org/officeDocument/2006/relationships/control" Target="../activeX/activeX4.xml"/><Relationship Id="rId15" Type="http://schemas.openxmlformats.org/officeDocument/2006/relationships/image" Target="../media/image5.wmf"/><Relationship Id="rId10" Type="http://schemas.openxmlformats.org/officeDocument/2006/relationships/slideLayout" Target="../slideLayouts/slideLayout2.xml"/><Relationship Id="rId4" Type="http://schemas.openxmlformats.org/officeDocument/2006/relationships/control" Target="../activeX/activeX3.xml"/><Relationship Id="rId9" Type="http://schemas.openxmlformats.org/officeDocument/2006/relationships/control" Target="../activeX/activeX8.xml"/><Relationship Id="rId1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ontrol" Target="../activeX/activeX20.xml"/><Relationship Id="rId18" Type="http://schemas.openxmlformats.org/officeDocument/2006/relationships/control" Target="../activeX/activeX25.xml"/><Relationship Id="rId26" Type="http://schemas.openxmlformats.org/officeDocument/2006/relationships/slideLayout" Target="../slideLayouts/slideLayout2.xml"/><Relationship Id="rId39" Type="http://schemas.openxmlformats.org/officeDocument/2006/relationships/image" Target="../media/image21.wmf"/><Relationship Id="rId21" Type="http://schemas.openxmlformats.org/officeDocument/2006/relationships/control" Target="../activeX/activeX28.xml"/><Relationship Id="rId34" Type="http://schemas.openxmlformats.org/officeDocument/2006/relationships/image" Target="../media/image16.wmf"/><Relationship Id="rId42" Type="http://schemas.openxmlformats.org/officeDocument/2006/relationships/image" Target="../media/image24.wmf"/><Relationship Id="rId47" Type="http://schemas.openxmlformats.org/officeDocument/2006/relationships/image" Target="../media/image29.wmf"/><Relationship Id="rId50" Type="http://schemas.openxmlformats.org/officeDocument/2006/relationships/image" Target="../media/image32.wmf"/><Relationship Id="rId7" Type="http://schemas.openxmlformats.org/officeDocument/2006/relationships/control" Target="../activeX/activeX14.xml"/><Relationship Id="rId2" Type="http://schemas.openxmlformats.org/officeDocument/2006/relationships/control" Target="../activeX/activeX9.xml"/><Relationship Id="rId16" Type="http://schemas.openxmlformats.org/officeDocument/2006/relationships/control" Target="../activeX/activeX23.xml"/><Relationship Id="rId29" Type="http://schemas.openxmlformats.org/officeDocument/2006/relationships/image" Target="../media/image11.wmf"/><Relationship Id="rId11" Type="http://schemas.openxmlformats.org/officeDocument/2006/relationships/control" Target="../activeX/activeX18.xml"/><Relationship Id="rId24" Type="http://schemas.openxmlformats.org/officeDocument/2006/relationships/control" Target="../activeX/activeX31.xml"/><Relationship Id="rId32" Type="http://schemas.openxmlformats.org/officeDocument/2006/relationships/image" Target="../media/image14.wmf"/><Relationship Id="rId37" Type="http://schemas.openxmlformats.org/officeDocument/2006/relationships/image" Target="../media/image19.wmf"/><Relationship Id="rId40" Type="http://schemas.openxmlformats.org/officeDocument/2006/relationships/image" Target="../media/image22.wmf"/><Relationship Id="rId45" Type="http://schemas.openxmlformats.org/officeDocument/2006/relationships/image" Target="../media/image27.wmf"/><Relationship Id="rId5" Type="http://schemas.openxmlformats.org/officeDocument/2006/relationships/control" Target="../activeX/activeX12.xml"/><Relationship Id="rId15" Type="http://schemas.openxmlformats.org/officeDocument/2006/relationships/control" Target="../activeX/activeX22.xml"/><Relationship Id="rId23" Type="http://schemas.openxmlformats.org/officeDocument/2006/relationships/control" Target="../activeX/activeX30.xml"/><Relationship Id="rId28" Type="http://schemas.openxmlformats.org/officeDocument/2006/relationships/image" Target="../media/image10.wmf"/><Relationship Id="rId36" Type="http://schemas.openxmlformats.org/officeDocument/2006/relationships/image" Target="../media/image18.wmf"/><Relationship Id="rId49" Type="http://schemas.openxmlformats.org/officeDocument/2006/relationships/image" Target="../media/image31.wmf"/><Relationship Id="rId10" Type="http://schemas.openxmlformats.org/officeDocument/2006/relationships/control" Target="../activeX/activeX17.xml"/><Relationship Id="rId19" Type="http://schemas.openxmlformats.org/officeDocument/2006/relationships/control" Target="../activeX/activeX26.xml"/><Relationship Id="rId31" Type="http://schemas.openxmlformats.org/officeDocument/2006/relationships/image" Target="../media/image13.wmf"/><Relationship Id="rId44" Type="http://schemas.openxmlformats.org/officeDocument/2006/relationships/image" Target="../media/image26.wmf"/><Relationship Id="rId4" Type="http://schemas.openxmlformats.org/officeDocument/2006/relationships/control" Target="../activeX/activeX11.xml"/><Relationship Id="rId9" Type="http://schemas.openxmlformats.org/officeDocument/2006/relationships/control" Target="../activeX/activeX16.xml"/><Relationship Id="rId14" Type="http://schemas.openxmlformats.org/officeDocument/2006/relationships/control" Target="../activeX/activeX21.xml"/><Relationship Id="rId22" Type="http://schemas.openxmlformats.org/officeDocument/2006/relationships/control" Target="../activeX/activeX29.xml"/><Relationship Id="rId27" Type="http://schemas.openxmlformats.org/officeDocument/2006/relationships/image" Target="../media/image9.wmf"/><Relationship Id="rId30" Type="http://schemas.openxmlformats.org/officeDocument/2006/relationships/image" Target="../media/image12.wmf"/><Relationship Id="rId35" Type="http://schemas.openxmlformats.org/officeDocument/2006/relationships/image" Target="../media/image17.wmf"/><Relationship Id="rId43" Type="http://schemas.openxmlformats.org/officeDocument/2006/relationships/image" Target="../media/image25.wmf"/><Relationship Id="rId48" Type="http://schemas.openxmlformats.org/officeDocument/2006/relationships/image" Target="../media/image30.wmf"/><Relationship Id="rId8" Type="http://schemas.openxmlformats.org/officeDocument/2006/relationships/control" Target="../activeX/activeX15.xml"/><Relationship Id="rId3" Type="http://schemas.openxmlformats.org/officeDocument/2006/relationships/control" Target="../activeX/activeX10.xml"/><Relationship Id="rId12" Type="http://schemas.openxmlformats.org/officeDocument/2006/relationships/control" Target="../activeX/activeX19.xml"/><Relationship Id="rId17" Type="http://schemas.openxmlformats.org/officeDocument/2006/relationships/control" Target="../activeX/activeX24.xml"/><Relationship Id="rId25" Type="http://schemas.openxmlformats.org/officeDocument/2006/relationships/control" Target="../activeX/activeX32.xml"/><Relationship Id="rId33" Type="http://schemas.openxmlformats.org/officeDocument/2006/relationships/image" Target="../media/image15.wmf"/><Relationship Id="rId38" Type="http://schemas.openxmlformats.org/officeDocument/2006/relationships/image" Target="../media/image20.wmf"/><Relationship Id="rId46" Type="http://schemas.openxmlformats.org/officeDocument/2006/relationships/image" Target="../media/image28.wmf"/><Relationship Id="rId20" Type="http://schemas.openxmlformats.org/officeDocument/2006/relationships/control" Target="../activeX/activeX27.xml"/><Relationship Id="rId41" Type="http://schemas.openxmlformats.org/officeDocument/2006/relationships/image" Target="../media/image23.wmf"/><Relationship Id="rId1" Type="http://schemas.openxmlformats.org/officeDocument/2006/relationships/vmlDrawing" Target="../drawings/vmlDrawing2.vml"/><Relationship Id="rId6" Type="http://schemas.openxmlformats.org/officeDocument/2006/relationships/control" Target="../activeX/activeX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39.xml"/><Relationship Id="rId13" Type="http://schemas.openxmlformats.org/officeDocument/2006/relationships/image" Target="../media/image35.wmf"/><Relationship Id="rId18" Type="http://schemas.openxmlformats.org/officeDocument/2006/relationships/image" Target="../media/image40.wmf"/><Relationship Id="rId3" Type="http://schemas.openxmlformats.org/officeDocument/2006/relationships/control" Target="../activeX/activeX34.xml"/><Relationship Id="rId7" Type="http://schemas.openxmlformats.org/officeDocument/2006/relationships/control" Target="../activeX/activeX38.xml"/><Relationship Id="rId12" Type="http://schemas.openxmlformats.org/officeDocument/2006/relationships/image" Target="../media/image34.wmf"/><Relationship Id="rId17" Type="http://schemas.openxmlformats.org/officeDocument/2006/relationships/image" Target="../media/image39.wmf"/><Relationship Id="rId2" Type="http://schemas.openxmlformats.org/officeDocument/2006/relationships/control" Target="../activeX/activeX33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3.vml"/><Relationship Id="rId6" Type="http://schemas.openxmlformats.org/officeDocument/2006/relationships/control" Target="../activeX/activeX37.xml"/><Relationship Id="rId11" Type="http://schemas.openxmlformats.org/officeDocument/2006/relationships/image" Target="../media/image33.wmf"/><Relationship Id="rId5" Type="http://schemas.openxmlformats.org/officeDocument/2006/relationships/control" Target="../activeX/activeX36.xml"/><Relationship Id="rId15" Type="http://schemas.openxmlformats.org/officeDocument/2006/relationships/image" Target="../media/image37.wmf"/><Relationship Id="rId10" Type="http://schemas.openxmlformats.org/officeDocument/2006/relationships/slideLayout" Target="../slideLayouts/slideLayout2.xml"/><Relationship Id="rId4" Type="http://schemas.openxmlformats.org/officeDocument/2006/relationships/control" Target="../activeX/activeX35.xml"/><Relationship Id="rId9" Type="http://schemas.openxmlformats.org/officeDocument/2006/relationships/control" Target="../activeX/activeX40.xml"/><Relationship Id="rId14" Type="http://schemas.openxmlformats.org/officeDocument/2006/relationships/image" Target="../media/image3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47.xml"/><Relationship Id="rId13" Type="http://schemas.openxmlformats.org/officeDocument/2006/relationships/image" Target="../media/image44.wmf"/><Relationship Id="rId3" Type="http://schemas.openxmlformats.org/officeDocument/2006/relationships/control" Target="../activeX/activeX42.xml"/><Relationship Id="rId7" Type="http://schemas.openxmlformats.org/officeDocument/2006/relationships/control" Target="../activeX/activeX46.xml"/><Relationship Id="rId12" Type="http://schemas.openxmlformats.org/officeDocument/2006/relationships/image" Target="../media/image43.wmf"/><Relationship Id="rId2" Type="http://schemas.openxmlformats.org/officeDocument/2006/relationships/control" Target="../activeX/activeX41.xml"/><Relationship Id="rId16" Type="http://schemas.openxmlformats.org/officeDocument/2006/relationships/image" Target="../media/image47.wmf"/><Relationship Id="rId1" Type="http://schemas.openxmlformats.org/officeDocument/2006/relationships/vmlDrawing" Target="../drawings/vmlDrawing4.vml"/><Relationship Id="rId6" Type="http://schemas.openxmlformats.org/officeDocument/2006/relationships/control" Target="../activeX/activeX45.xml"/><Relationship Id="rId11" Type="http://schemas.openxmlformats.org/officeDocument/2006/relationships/image" Target="../media/image42.wmf"/><Relationship Id="rId5" Type="http://schemas.openxmlformats.org/officeDocument/2006/relationships/control" Target="../activeX/activeX44.xml"/><Relationship Id="rId15" Type="http://schemas.openxmlformats.org/officeDocument/2006/relationships/image" Target="../media/image46.wmf"/><Relationship Id="rId10" Type="http://schemas.openxmlformats.org/officeDocument/2006/relationships/image" Target="../media/image41.wmf"/><Relationship Id="rId4" Type="http://schemas.openxmlformats.org/officeDocument/2006/relationships/control" Target="../activeX/activeX43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4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ntrol" Target="../activeX/activeX49.xml"/><Relationship Id="rId2" Type="http://schemas.openxmlformats.org/officeDocument/2006/relationships/control" Target="../activeX/activeX4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研发底层平台结构规划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讨论稿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82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愿</a:t>
            </a:r>
            <a:r>
              <a:rPr lang="zh-CN" altLang="en-US" dirty="0" smtClean="0"/>
              <a:t>景规划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sz="2400" dirty="0" smtClean="0"/>
              <a:t>让项目组专注于游戏的研发，从繁杂的非核心业务中解脱出来。</a:t>
            </a:r>
            <a:endParaRPr lang="en-US" altLang="zh-CN" sz="2400" dirty="0" smtClean="0"/>
          </a:p>
          <a:p>
            <a:r>
              <a:rPr lang="zh-CN" altLang="en-US" sz="2400" dirty="0" smtClean="0"/>
              <a:t>提供安全、稳定、可靠的技术支持以及高效的开发方式。</a:t>
            </a:r>
            <a:endParaRPr lang="en-US" altLang="zh-CN" sz="2400" dirty="0" smtClean="0"/>
          </a:p>
          <a:p>
            <a:r>
              <a:rPr lang="zh-CN" altLang="en-US" sz="2400" dirty="0" smtClean="0"/>
              <a:t>处理游戏开发到发行的各种辅助工作。</a:t>
            </a:r>
            <a:endParaRPr lang="en-US" altLang="zh-CN" sz="2400" dirty="0" smtClean="0"/>
          </a:p>
          <a:p>
            <a:r>
              <a:rPr lang="zh-CN" altLang="en-US" sz="2400" dirty="0" smtClean="0"/>
              <a:t>统一的系统底层模块，以及自动生成的框架代码（</a:t>
            </a:r>
            <a:r>
              <a:rPr lang="en-US" altLang="zh-CN" sz="1900" dirty="0" smtClean="0"/>
              <a:t>UI</a:t>
            </a:r>
            <a:r>
              <a:rPr lang="zh-CN" altLang="en-US" sz="1900" dirty="0" smtClean="0"/>
              <a:t>，协议，策划数据等</a:t>
            </a:r>
            <a:r>
              <a:rPr lang="zh-CN" altLang="en-US" sz="2400" dirty="0" smtClean="0"/>
              <a:t>）。</a:t>
            </a:r>
            <a:endParaRPr lang="en-US" altLang="zh-CN" sz="2400" dirty="0" smtClean="0"/>
          </a:p>
          <a:p>
            <a:r>
              <a:rPr lang="zh-CN" altLang="en-US" sz="2400" dirty="0" smtClean="0"/>
              <a:t>完整的开发协作流程支持，美术、程序、策划分开。</a:t>
            </a:r>
            <a:endParaRPr lang="en-US" altLang="zh-CN" sz="2400" dirty="0" smtClean="0"/>
          </a:p>
          <a:p>
            <a:r>
              <a:rPr lang="zh-CN" altLang="en-US" sz="2400" dirty="0" smtClean="0"/>
              <a:t>为美术、策划等部门提供工具支持。</a:t>
            </a:r>
            <a:endParaRPr lang="en-US" altLang="zh-CN" sz="2400" dirty="0" smtClean="0"/>
          </a:p>
          <a:p>
            <a:r>
              <a:rPr lang="zh-CN" altLang="en-US" sz="2400" dirty="0" smtClean="0"/>
              <a:t>新技术（</a:t>
            </a:r>
            <a:r>
              <a:rPr lang="zh-CN" altLang="en-US" sz="1900" dirty="0"/>
              <a:t>渲染，物理</a:t>
            </a:r>
            <a:r>
              <a:rPr lang="zh-CN" altLang="en-US" sz="2400" dirty="0" smtClean="0"/>
              <a:t>）的研究深挖，便于后期项目顺利使用以提升游戏品质。</a:t>
            </a:r>
            <a:endParaRPr lang="en-US" altLang="zh-CN" sz="2400" dirty="0" smtClean="0"/>
          </a:p>
          <a:p>
            <a:r>
              <a:rPr lang="zh-CN" altLang="en-US" sz="2400" dirty="0" smtClean="0"/>
              <a:t>针对不同类型的游戏（</a:t>
            </a:r>
            <a:r>
              <a:rPr lang="en-US" altLang="zh-CN" sz="1900" dirty="0"/>
              <a:t>RTS</a:t>
            </a:r>
            <a:r>
              <a:rPr lang="zh-CN" altLang="en-US" sz="1900" dirty="0"/>
              <a:t>、</a:t>
            </a:r>
            <a:r>
              <a:rPr lang="en-US" altLang="zh-CN" sz="1900" dirty="0"/>
              <a:t>MOBA</a:t>
            </a:r>
            <a:r>
              <a:rPr lang="zh-CN" altLang="en-US" sz="1900" dirty="0"/>
              <a:t>、</a:t>
            </a:r>
            <a:r>
              <a:rPr lang="en-US" altLang="zh-CN" sz="1900" dirty="0"/>
              <a:t>MMO</a:t>
            </a:r>
            <a:r>
              <a:rPr lang="zh-CN" altLang="en-US" sz="1900" dirty="0"/>
              <a:t>、卡牌等</a:t>
            </a:r>
            <a:r>
              <a:rPr lang="zh-CN" altLang="en-US" sz="2400" dirty="0" smtClean="0"/>
              <a:t>）提供对应的解决方案。</a:t>
            </a:r>
            <a:endParaRPr lang="en-US" altLang="zh-CN" sz="24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823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0436"/>
          </a:xfrm>
        </p:spPr>
        <p:txBody>
          <a:bodyPr/>
          <a:lstStyle/>
          <a:p>
            <a:r>
              <a:rPr lang="zh-CN" altLang="en-US" dirty="0" smtClean="0"/>
              <a:t>平台</a:t>
            </a:r>
            <a:r>
              <a:rPr lang="zh-CN" altLang="en-US" dirty="0"/>
              <a:t>功能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6920599"/>
              </p:ext>
            </p:extLst>
          </p:nvPr>
        </p:nvGraphicFramePr>
        <p:xfrm>
          <a:off x="677863" y="2160588"/>
          <a:ext cx="10444566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331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工作</a:t>
            </a:r>
            <a:r>
              <a:rPr lang="zh-CN" altLang="en-US" dirty="0"/>
              <a:t>协作</a:t>
            </a:r>
            <a:r>
              <a:rPr lang="zh-CN" altLang="en-US" dirty="0" smtClean="0"/>
              <a:t>流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1122217" y="3217024"/>
            <a:ext cx="1975659" cy="2610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程序工程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（只有</a:t>
            </a:r>
            <a:r>
              <a:rPr lang="en-US" altLang="zh-CN" dirty="0" smtClean="0"/>
              <a:t>UI</a:t>
            </a:r>
            <a:r>
              <a:rPr lang="zh-CN" altLang="en-US" dirty="0" smtClean="0"/>
              <a:t>相关资源，需要的美术资源直接过去</a:t>
            </a:r>
            <a:r>
              <a:rPr lang="en-US" altLang="zh-CN" dirty="0" smtClean="0"/>
              <a:t>AB</a:t>
            </a:r>
            <a:r>
              <a:rPr lang="zh-CN" altLang="en-US" dirty="0" smtClean="0"/>
              <a:t>包）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3979525" y="3217024"/>
            <a:ext cx="1975659" cy="2610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美术工程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（完全独立，制作好的美术资源直接上传到服务器）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6667307" y="3217024"/>
            <a:ext cx="1975659" cy="26101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策划工作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（上传表格后直接生成数据以及对应的服务器客户都按源代码）</a:t>
            </a:r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3529502" y="2967642"/>
            <a:ext cx="11720" cy="310896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316719" y="2967642"/>
            <a:ext cx="33251" cy="310896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1122217" y="1305098"/>
            <a:ext cx="7520749" cy="3990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服务器</a:t>
            </a:r>
            <a:endParaRPr lang="zh-CN" altLang="en-US" dirty="0"/>
          </a:p>
        </p:txBody>
      </p:sp>
      <p:sp>
        <p:nvSpPr>
          <p:cNvPr id="13" name="下箭头 12"/>
          <p:cNvSpPr/>
          <p:nvPr/>
        </p:nvSpPr>
        <p:spPr>
          <a:xfrm>
            <a:off x="1946721" y="1704109"/>
            <a:ext cx="326649" cy="15129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66783" y="2062586"/>
            <a:ext cx="1143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美术</a:t>
            </a:r>
            <a:r>
              <a:rPr lang="en-US" altLang="zh-CN" dirty="0"/>
              <a:t>AB</a:t>
            </a:r>
            <a:r>
              <a:rPr lang="zh-CN" altLang="en-US" dirty="0" smtClean="0"/>
              <a:t>包</a:t>
            </a:r>
            <a:endParaRPr lang="en-US" altLang="zh-CN" dirty="0"/>
          </a:p>
          <a:p>
            <a:pPr algn="ctr"/>
            <a:r>
              <a:rPr lang="zh-CN" altLang="en-US" dirty="0" smtClean="0"/>
              <a:t>策划</a:t>
            </a:r>
            <a:r>
              <a:rPr lang="zh-CN" altLang="en-US" dirty="0"/>
              <a:t>数据</a:t>
            </a:r>
          </a:p>
        </p:txBody>
      </p:sp>
      <p:sp>
        <p:nvSpPr>
          <p:cNvPr id="15" name="下箭头 14"/>
          <p:cNvSpPr/>
          <p:nvPr/>
        </p:nvSpPr>
        <p:spPr>
          <a:xfrm flipV="1">
            <a:off x="4719266" y="2294312"/>
            <a:ext cx="326649" cy="9227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181302" y="1706311"/>
            <a:ext cx="1421476" cy="588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服务器统一打包资源</a:t>
            </a:r>
            <a:endParaRPr lang="zh-CN" altLang="en-US" dirty="0"/>
          </a:p>
        </p:txBody>
      </p:sp>
      <p:sp>
        <p:nvSpPr>
          <p:cNvPr id="17" name="下箭头 16"/>
          <p:cNvSpPr/>
          <p:nvPr/>
        </p:nvSpPr>
        <p:spPr>
          <a:xfrm flipV="1">
            <a:off x="7473232" y="2292110"/>
            <a:ext cx="326649" cy="9249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935268" y="1704109"/>
            <a:ext cx="1421476" cy="5880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服务器统一打包配置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966783" y="6215377"/>
            <a:ext cx="8029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注释：美术和程序项目要完全独立，美术项目中不可以包含游戏逻辑代码。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705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发布流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4997200"/>
              </p:ext>
            </p:extLst>
          </p:nvPr>
        </p:nvGraphicFramePr>
        <p:xfrm>
          <a:off x="2680700" y="1728326"/>
          <a:ext cx="2979737" cy="2760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圆角矩形 4"/>
          <p:cNvSpPr/>
          <p:nvPr/>
        </p:nvSpPr>
        <p:spPr>
          <a:xfrm>
            <a:off x="3692319" y="4555374"/>
            <a:ext cx="956493" cy="8312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项目配置</a:t>
            </a:r>
            <a:r>
              <a:rPr lang="en-US" altLang="zh-CN" dirty="0" smtClean="0"/>
              <a:t>Web</a:t>
            </a:r>
            <a:r>
              <a:rPr lang="zh-CN" altLang="en-US" dirty="0" smtClean="0"/>
              <a:t>信息</a:t>
            </a:r>
            <a:endParaRPr lang="zh-CN" altLang="en-US" dirty="0"/>
          </a:p>
        </p:txBody>
      </p:sp>
      <p:sp>
        <p:nvSpPr>
          <p:cNvPr id="6" name="右箭头 5"/>
          <p:cNvSpPr/>
          <p:nvPr/>
        </p:nvSpPr>
        <p:spPr>
          <a:xfrm>
            <a:off x="3173304" y="3807228"/>
            <a:ext cx="2487133" cy="5818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服务器统一打包资源</a:t>
            </a:r>
            <a:endParaRPr lang="zh-CN" altLang="en-US" dirty="0"/>
          </a:p>
        </p:txBody>
      </p:sp>
      <p:sp>
        <p:nvSpPr>
          <p:cNvPr id="8" name="下箭头 7"/>
          <p:cNvSpPr/>
          <p:nvPr/>
        </p:nvSpPr>
        <p:spPr>
          <a:xfrm rot="10800000">
            <a:off x="3984333" y="4269930"/>
            <a:ext cx="372467" cy="238378"/>
          </a:xfrm>
          <a:prstGeom prst="downArrow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2692238373"/>
              </p:ext>
            </p:extLst>
          </p:nvPr>
        </p:nvGraphicFramePr>
        <p:xfrm>
          <a:off x="-148623" y="3035337"/>
          <a:ext cx="3524173" cy="2125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右大括号 9"/>
          <p:cNvSpPr/>
          <p:nvPr/>
        </p:nvSpPr>
        <p:spPr>
          <a:xfrm>
            <a:off x="2550295" y="3035337"/>
            <a:ext cx="457781" cy="212567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大括号 10"/>
          <p:cNvSpPr/>
          <p:nvPr/>
        </p:nvSpPr>
        <p:spPr>
          <a:xfrm rot="10800000">
            <a:off x="5830354" y="2451080"/>
            <a:ext cx="244113" cy="32835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图示 12"/>
          <p:cNvGraphicFramePr/>
          <p:nvPr>
            <p:extLst>
              <p:ext uri="{D42A27DB-BD31-4B8C-83A1-F6EECF244321}">
                <p14:modId xmlns:p14="http://schemas.microsoft.com/office/powerpoint/2010/main" val="1583284987"/>
              </p:ext>
            </p:extLst>
          </p:nvPr>
        </p:nvGraphicFramePr>
        <p:xfrm>
          <a:off x="6163448" y="1877502"/>
          <a:ext cx="1015630" cy="4441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4" name="右大括号 13"/>
          <p:cNvSpPr/>
          <p:nvPr/>
        </p:nvSpPr>
        <p:spPr>
          <a:xfrm>
            <a:off x="7280092" y="2451081"/>
            <a:ext cx="244113" cy="32835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7614522" y="3807228"/>
            <a:ext cx="567219" cy="5818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圆角矩形 15"/>
          <p:cNvSpPr/>
          <p:nvPr/>
        </p:nvSpPr>
        <p:spPr>
          <a:xfrm>
            <a:off x="8317509" y="3599411"/>
            <a:ext cx="1142375" cy="1014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各版本渠道的</a:t>
            </a:r>
            <a:r>
              <a:rPr lang="en-US" altLang="zh-CN" dirty="0" smtClean="0"/>
              <a:t>APK</a:t>
            </a:r>
            <a:r>
              <a:rPr lang="zh-CN" altLang="en-US" dirty="0" smtClean="0"/>
              <a:t>包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528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9745"/>
          </a:xfrm>
        </p:spPr>
        <p:txBody>
          <a:bodyPr/>
          <a:lstStyle/>
          <a:p>
            <a:r>
              <a:rPr lang="zh-CN" altLang="en-US" dirty="0" smtClean="0"/>
              <a:t>自动生成代码程序框架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947651" y="1995054"/>
            <a:ext cx="8794865" cy="48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自动生成代码</a:t>
            </a:r>
            <a:endParaRPr lang="zh-CN" altLang="en-US" dirty="0"/>
          </a:p>
        </p:txBody>
      </p:sp>
      <p:sp>
        <p:nvSpPr>
          <p:cNvPr id="3" name="圆角矩形 2"/>
          <p:cNvSpPr/>
          <p:nvPr/>
        </p:nvSpPr>
        <p:spPr>
          <a:xfrm>
            <a:off x="1686791" y="3142901"/>
            <a:ext cx="1298169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通过</a:t>
            </a:r>
            <a:r>
              <a:rPr lang="en-US" altLang="zh-CN" sz="1200" dirty="0" err="1" smtClean="0"/>
              <a:t>UIPrefab</a:t>
            </a:r>
            <a:r>
              <a:rPr lang="zh-CN" altLang="en-US" sz="1200" dirty="0" smtClean="0"/>
              <a:t>自动生成代码</a:t>
            </a:r>
            <a:endParaRPr lang="zh-CN" altLang="en-US" sz="1200" dirty="0"/>
          </a:p>
        </p:txBody>
      </p:sp>
      <p:sp>
        <p:nvSpPr>
          <p:cNvPr id="5" name="圆角矩形 4"/>
          <p:cNvSpPr/>
          <p:nvPr/>
        </p:nvSpPr>
        <p:spPr>
          <a:xfrm>
            <a:off x="532015" y="4465315"/>
            <a:ext cx="1201035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Model.cs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1808016" y="4465315"/>
            <a:ext cx="1055716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View.cs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2902524" y="4465315"/>
            <a:ext cx="1536472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Controller.cs</a:t>
            </a:r>
            <a:endParaRPr lang="zh-CN" altLang="en-US" dirty="0"/>
          </a:p>
        </p:txBody>
      </p:sp>
      <p:sp>
        <p:nvSpPr>
          <p:cNvPr id="4" name="下箭头 3"/>
          <p:cNvSpPr/>
          <p:nvPr/>
        </p:nvSpPr>
        <p:spPr>
          <a:xfrm>
            <a:off x="2161309" y="2477192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2161307" y="3807920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下箭头 10"/>
          <p:cNvSpPr/>
          <p:nvPr/>
        </p:nvSpPr>
        <p:spPr>
          <a:xfrm rot="17979227">
            <a:off x="2829788" y="3533255"/>
            <a:ext cx="349135" cy="11426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 rot="3738836">
            <a:off x="1432336" y="3488558"/>
            <a:ext cx="349135" cy="12560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733050" y="5918886"/>
            <a:ext cx="1201035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事件</a:t>
            </a:r>
            <a:r>
              <a:rPr lang="zh-CN" altLang="en-US" dirty="0" smtClean="0"/>
              <a:t>注入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inject</a:t>
            </a:r>
            <a:endParaRPr lang="zh-CN" altLang="en-US" dirty="0"/>
          </a:p>
        </p:txBody>
      </p:sp>
      <p:sp>
        <p:nvSpPr>
          <p:cNvPr id="14" name="下箭头 13"/>
          <p:cNvSpPr/>
          <p:nvPr/>
        </p:nvSpPr>
        <p:spPr>
          <a:xfrm rot="17979227">
            <a:off x="1474233" y="4861565"/>
            <a:ext cx="349135" cy="11426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2161307" y="5157972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 rot="3738836">
            <a:off x="2946647" y="4813284"/>
            <a:ext cx="349135" cy="12560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5594463" y="2477192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5119945" y="3142900"/>
            <a:ext cx="1298169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通过</a:t>
            </a:r>
            <a:r>
              <a:rPr lang="en-US" altLang="zh-CN" sz="1200" dirty="0" smtClean="0"/>
              <a:t>excel</a:t>
            </a:r>
            <a:r>
              <a:rPr lang="zh-CN" altLang="en-US" sz="1200" dirty="0" smtClean="0"/>
              <a:t>文件生成配置文件和代码</a:t>
            </a:r>
            <a:endParaRPr lang="zh-CN" altLang="en-US" sz="1200" dirty="0"/>
          </a:p>
        </p:txBody>
      </p:sp>
      <p:sp>
        <p:nvSpPr>
          <p:cNvPr id="20" name="圆角矩形 19"/>
          <p:cNvSpPr/>
          <p:nvPr/>
        </p:nvSpPr>
        <p:spPr>
          <a:xfrm>
            <a:off x="947651" y="1461854"/>
            <a:ext cx="2319252" cy="5201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事件</a:t>
            </a:r>
            <a:r>
              <a:rPr lang="zh-CN" altLang="en-US" dirty="0" smtClean="0"/>
              <a:t>注入层</a:t>
            </a:r>
            <a:endParaRPr lang="zh-CN" altLang="en-US" dirty="0"/>
          </a:p>
        </p:txBody>
      </p:sp>
      <p:sp>
        <p:nvSpPr>
          <p:cNvPr id="21" name="圆角矩形 20"/>
          <p:cNvSpPr/>
          <p:nvPr/>
        </p:nvSpPr>
        <p:spPr>
          <a:xfrm>
            <a:off x="3279370" y="1461854"/>
            <a:ext cx="2319252" cy="5201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数据注入层</a:t>
            </a:r>
            <a:endParaRPr lang="zh-CN" alt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5611088" y="1729048"/>
            <a:ext cx="4131427" cy="2531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事件</a:t>
            </a:r>
            <a:r>
              <a:rPr lang="zh-CN" altLang="en-US" dirty="0" smtClean="0"/>
              <a:t>分发层</a:t>
            </a:r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5623555" y="1467543"/>
            <a:ext cx="2057406" cy="25319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网络事件分发</a:t>
            </a:r>
          </a:p>
        </p:txBody>
      </p:sp>
      <p:sp>
        <p:nvSpPr>
          <p:cNvPr id="24" name="圆角矩形 23"/>
          <p:cNvSpPr/>
          <p:nvPr/>
        </p:nvSpPr>
        <p:spPr>
          <a:xfrm>
            <a:off x="7676801" y="1467543"/>
            <a:ext cx="2057406" cy="25319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自定义</a:t>
            </a:r>
            <a:r>
              <a:rPr lang="zh-CN" altLang="en-US" dirty="0"/>
              <a:t>事件分发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4641274" y="4461497"/>
            <a:ext cx="1201035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数据文件</a:t>
            </a:r>
            <a:endParaRPr lang="zh-CN" altLang="en-US" dirty="0"/>
          </a:p>
        </p:txBody>
      </p:sp>
      <p:sp>
        <p:nvSpPr>
          <p:cNvPr id="27" name="圆角矩形 26"/>
          <p:cNvSpPr/>
          <p:nvPr/>
        </p:nvSpPr>
        <p:spPr>
          <a:xfrm>
            <a:off x="5990707" y="4461497"/>
            <a:ext cx="1201035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.</a:t>
            </a:r>
            <a:r>
              <a:rPr lang="en-US" altLang="zh-CN" dirty="0" err="1" smtClean="0"/>
              <a:t>cs</a:t>
            </a:r>
            <a:endParaRPr lang="zh-CN" altLang="en-US" dirty="0"/>
          </a:p>
        </p:txBody>
      </p:sp>
      <p:sp>
        <p:nvSpPr>
          <p:cNvPr id="28" name="下箭头 27"/>
          <p:cNvSpPr/>
          <p:nvPr/>
        </p:nvSpPr>
        <p:spPr>
          <a:xfrm rot="2701585">
            <a:off x="5289285" y="3792848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下箭头 28"/>
          <p:cNvSpPr/>
          <p:nvPr/>
        </p:nvSpPr>
        <p:spPr>
          <a:xfrm rot="18776325">
            <a:off x="6032116" y="3803208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下箭头 29"/>
          <p:cNvSpPr/>
          <p:nvPr/>
        </p:nvSpPr>
        <p:spPr>
          <a:xfrm>
            <a:off x="6379244" y="5126320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5990706" y="5844547"/>
            <a:ext cx="1201035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添加到数据注入层</a:t>
            </a:r>
            <a:endParaRPr lang="zh-CN" altLang="en-US" dirty="0"/>
          </a:p>
        </p:txBody>
      </p:sp>
      <p:cxnSp>
        <p:nvCxnSpPr>
          <p:cNvPr id="33" name="直接连接符 32"/>
          <p:cNvCxnSpPr/>
          <p:nvPr/>
        </p:nvCxnSpPr>
        <p:spPr>
          <a:xfrm>
            <a:off x="532015" y="5469699"/>
            <a:ext cx="97092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下箭头 33"/>
          <p:cNvSpPr/>
          <p:nvPr/>
        </p:nvSpPr>
        <p:spPr>
          <a:xfrm>
            <a:off x="8853049" y="2476211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8378531" y="3097732"/>
            <a:ext cx="1298169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通过配置表生成网络协议以及管理代码</a:t>
            </a:r>
            <a:endParaRPr lang="zh-CN" altLang="en-US" sz="1200" dirty="0"/>
          </a:p>
        </p:txBody>
      </p:sp>
      <p:sp>
        <p:nvSpPr>
          <p:cNvPr id="36" name="圆角矩形 35"/>
          <p:cNvSpPr/>
          <p:nvPr/>
        </p:nvSpPr>
        <p:spPr>
          <a:xfrm>
            <a:off x="7340140" y="4455087"/>
            <a:ext cx="1201035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 smtClean="0"/>
              <a:t>NetMessagmanager</a:t>
            </a:r>
            <a:endParaRPr lang="zh-CN" altLang="en-US" sz="1600" dirty="0"/>
          </a:p>
        </p:txBody>
      </p:sp>
      <p:sp>
        <p:nvSpPr>
          <p:cNvPr id="37" name="圆角矩形 36"/>
          <p:cNvSpPr/>
          <p:nvPr/>
        </p:nvSpPr>
        <p:spPr>
          <a:xfrm>
            <a:off x="8673484" y="4461497"/>
            <a:ext cx="1201035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/>
              <a:t>网络数据</a:t>
            </a:r>
            <a:r>
              <a:rPr lang="en-US" altLang="zh-CN" sz="1600" dirty="0" smtClean="0"/>
              <a:t>+ID</a:t>
            </a:r>
            <a:endParaRPr lang="zh-CN" altLang="en-US" sz="1600" dirty="0"/>
          </a:p>
        </p:txBody>
      </p:sp>
      <p:sp>
        <p:nvSpPr>
          <p:cNvPr id="38" name="圆角矩形 37"/>
          <p:cNvSpPr/>
          <p:nvPr/>
        </p:nvSpPr>
        <p:spPr>
          <a:xfrm>
            <a:off x="10006828" y="4467907"/>
            <a:ext cx="1201035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Dispatch</a:t>
            </a:r>
            <a:endParaRPr lang="zh-CN" altLang="en-US" sz="1600" dirty="0"/>
          </a:p>
        </p:txBody>
      </p:sp>
      <p:sp>
        <p:nvSpPr>
          <p:cNvPr id="39" name="下箭头 38"/>
          <p:cNvSpPr/>
          <p:nvPr/>
        </p:nvSpPr>
        <p:spPr>
          <a:xfrm rot="2701585">
            <a:off x="8156235" y="3802097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下箭头 39"/>
          <p:cNvSpPr/>
          <p:nvPr/>
        </p:nvSpPr>
        <p:spPr>
          <a:xfrm rot="18723288">
            <a:off x="9850979" y="3789176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下箭头 40"/>
          <p:cNvSpPr/>
          <p:nvPr/>
        </p:nvSpPr>
        <p:spPr>
          <a:xfrm>
            <a:off x="9099433" y="3794207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8673482" y="5864663"/>
            <a:ext cx="1201035" cy="6068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事件</a:t>
            </a:r>
            <a:r>
              <a:rPr lang="zh-CN" altLang="en-US" dirty="0" smtClean="0"/>
              <a:t>注入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inject</a:t>
            </a:r>
            <a:endParaRPr lang="zh-CN" altLang="en-US" dirty="0"/>
          </a:p>
        </p:txBody>
      </p:sp>
      <p:sp>
        <p:nvSpPr>
          <p:cNvPr id="43" name="下箭头 42"/>
          <p:cNvSpPr/>
          <p:nvPr/>
        </p:nvSpPr>
        <p:spPr>
          <a:xfrm>
            <a:off x="9099431" y="5166209"/>
            <a:ext cx="349135" cy="6234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74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持续研究优化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zh-CN" altLang="en-US" sz="2200" dirty="0" smtClean="0"/>
              <a:t>渲染、内存、</a:t>
            </a:r>
            <a:r>
              <a:rPr lang="en-US" altLang="zh-CN" sz="2200" dirty="0" err="1" smtClean="0"/>
              <a:t>cpu</a:t>
            </a:r>
            <a:r>
              <a:rPr lang="zh-CN" altLang="en-US" sz="2200" dirty="0" smtClean="0"/>
              <a:t>等深度优化。</a:t>
            </a:r>
            <a:endParaRPr lang="en-US" altLang="zh-CN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200" dirty="0" smtClean="0"/>
              <a:t>游戏相关算法</a:t>
            </a:r>
            <a:r>
              <a:rPr lang="zh-CN" altLang="en-US" sz="2200" dirty="0"/>
              <a:t>（</a:t>
            </a:r>
            <a:r>
              <a:rPr lang="zh-CN" altLang="en-US" sz="1600" dirty="0"/>
              <a:t>寻路、</a:t>
            </a:r>
            <a:r>
              <a:rPr lang="en-US" altLang="zh-CN" sz="1600" dirty="0"/>
              <a:t>AI</a:t>
            </a:r>
            <a:r>
              <a:rPr lang="zh-CN" altLang="en-US" sz="1600" dirty="0"/>
              <a:t>等</a:t>
            </a:r>
            <a:r>
              <a:rPr lang="zh-CN" altLang="en-US" sz="2200" dirty="0" smtClean="0"/>
              <a:t>）</a:t>
            </a:r>
            <a:r>
              <a:rPr lang="zh-CN" altLang="en-US" sz="2200" dirty="0"/>
              <a:t>的</a:t>
            </a:r>
            <a:r>
              <a:rPr lang="zh-CN" altLang="en-US" sz="2200" dirty="0" smtClean="0"/>
              <a:t>优化。</a:t>
            </a:r>
            <a:endParaRPr lang="en-US" altLang="zh-CN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200" dirty="0" smtClean="0"/>
              <a:t>语音、视频等压缩算法的研究与优化，确保游戏运行流畅（</a:t>
            </a:r>
            <a:r>
              <a:rPr lang="zh-CN" altLang="en-US" sz="1600" dirty="0"/>
              <a:t>避免第三方插件导致的游戏不稳定</a:t>
            </a:r>
            <a:r>
              <a:rPr lang="zh-CN" altLang="en-US" sz="2200" dirty="0" smtClean="0"/>
              <a:t>）。</a:t>
            </a:r>
            <a:endParaRPr lang="en-US" altLang="zh-CN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200" dirty="0" smtClean="0"/>
              <a:t>网络通讯性能深挖。</a:t>
            </a:r>
            <a:endParaRPr lang="en-US" altLang="zh-CN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200" dirty="0" smtClean="0"/>
              <a:t>平台（</a:t>
            </a:r>
            <a:r>
              <a:rPr lang="zh-CN" altLang="en-US" sz="1600" dirty="0" smtClean="0"/>
              <a:t>前期先使用</a:t>
            </a:r>
            <a:r>
              <a:rPr lang="en-US" altLang="zh-CN" sz="1600" dirty="0" smtClean="0"/>
              <a:t>Jenkins</a:t>
            </a:r>
            <a:r>
              <a:rPr lang="zh-CN" altLang="en-US" sz="1600" dirty="0" smtClean="0"/>
              <a:t>作为中转，后期如无法满足需求再考虑自己开发网站</a:t>
            </a:r>
            <a:r>
              <a:rPr lang="zh-CN" altLang="en-US" sz="2200" dirty="0" smtClean="0"/>
              <a:t>）、插件功能（</a:t>
            </a:r>
            <a:r>
              <a:rPr lang="zh-CN" altLang="en-US" sz="1600" dirty="0"/>
              <a:t>网页工具、</a:t>
            </a:r>
            <a:r>
              <a:rPr lang="en-US" altLang="zh-CN" sz="1600" dirty="0"/>
              <a:t>Unity</a:t>
            </a:r>
            <a:r>
              <a:rPr lang="zh-CN" altLang="en-US" sz="1600" dirty="0"/>
              <a:t>内置工具等</a:t>
            </a:r>
            <a:r>
              <a:rPr lang="zh-CN" altLang="en-US" sz="2200" dirty="0" smtClean="0"/>
              <a:t>）实用性优化。</a:t>
            </a:r>
            <a:endParaRPr lang="en-US" altLang="zh-CN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200" dirty="0" smtClean="0"/>
              <a:t>平台开放性研究。</a:t>
            </a:r>
            <a:endParaRPr lang="en-US" altLang="zh-CN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sz="2200" dirty="0" smtClean="0"/>
              <a:t>自研引擎的探索与研究。</a:t>
            </a:r>
            <a:endParaRPr lang="en-US" altLang="zh-CN" sz="2200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2692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里程碑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9262654"/>
              </p:ext>
            </p:extLst>
          </p:nvPr>
        </p:nvGraphicFramePr>
        <p:xfrm>
          <a:off x="677863" y="1637608"/>
          <a:ext cx="8665642" cy="3624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" name="直接连接符 3"/>
          <p:cNvCxnSpPr/>
          <p:nvPr/>
        </p:nvCxnSpPr>
        <p:spPr>
          <a:xfrm flipV="1">
            <a:off x="482138" y="5777345"/>
            <a:ext cx="9218815" cy="24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118956" y="5494506"/>
            <a:ext cx="1945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/>
              <a:t>人员需求</a:t>
            </a:r>
            <a:endParaRPr lang="zh-CN" alt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833197" y="5802283"/>
            <a:ext cx="1467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+</a:t>
            </a:r>
            <a:r>
              <a:rPr lang="zh-CN" altLang="en-US" sz="1400" dirty="0" smtClean="0"/>
              <a:t>资深程序*</a:t>
            </a:r>
            <a:r>
              <a:rPr lang="en-US" altLang="zh-CN" sz="1400" dirty="0" smtClean="0"/>
              <a:t>2</a:t>
            </a:r>
            <a:endParaRPr lang="zh-CN" altLang="en-US" sz="1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105343" y="5794072"/>
            <a:ext cx="1467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无</a:t>
            </a:r>
            <a:endParaRPr lang="zh-CN" alt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377489" y="5785861"/>
            <a:ext cx="1467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+</a:t>
            </a:r>
            <a:r>
              <a:rPr lang="zh-CN" altLang="en-US" sz="1400" dirty="0" smtClean="0"/>
              <a:t>高级程序</a:t>
            </a:r>
            <a:r>
              <a:rPr lang="en-US" altLang="zh-CN" sz="1400" dirty="0" smtClean="0"/>
              <a:t>*1</a:t>
            </a:r>
          </a:p>
          <a:p>
            <a:r>
              <a:rPr lang="en-US" altLang="zh-CN" sz="1400" dirty="0" smtClean="0"/>
              <a:t>+</a:t>
            </a:r>
            <a:r>
              <a:rPr lang="zh-CN" altLang="en-US" sz="1400" dirty="0"/>
              <a:t>中级程序</a:t>
            </a:r>
            <a:r>
              <a:rPr lang="zh-CN" altLang="en-US" sz="1400" dirty="0" smtClean="0"/>
              <a:t>*</a:t>
            </a:r>
            <a:r>
              <a:rPr lang="en-US" altLang="zh-CN" sz="1400" dirty="0"/>
              <a:t>1</a:t>
            </a:r>
            <a:endParaRPr lang="zh-CN" altLang="en-US" sz="1400" dirty="0"/>
          </a:p>
        </p:txBody>
      </p:sp>
      <p:sp>
        <p:nvSpPr>
          <p:cNvPr id="13" name="文本框 12"/>
          <p:cNvSpPr txBox="1"/>
          <p:nvPr/>
        </p:nvSpPr>
        <p:spPr>
          <a:xfrm>
            <a:off x="7716137" y="5777345"/>
            <a:ext cx="1467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+</a:t>
            </a:r>
            <a:r>
              <a:rPr lang="zh-CN" altLang="en-US" sz="1400" dirty="0" smtClean="0"/>
              <a:t>中级程序*</a:t>
            </a:r>
            <a:r>
              <a:rPr lang="en-US" altLang="zh-CN" sz="1400" dirty="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58556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平台页面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587731" y="2452255"/>
            <a:ext cx="304245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文档连接：</a:t>
            </a:r>
            <a:endParaRPr lang="en-US" altLang="zh-CN" sz="1100" dirty="0" smtClean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	XXXXXX</a:t>
            </a:r>
          </a:p>
          <a:p>
            <a:r>
              <a:rPr lang="en-US" altLang="zh-CN" sz="1100" dirty="0" err="1" smtClean="0">
                <a:latin typeface="新宋体" panose="02010609030101010101" pitchFamily="49" charset="-122"/>
                <a:ea typeface="新宋体" panose="02010609030101010101" pitchFamily="49" charset="-122"/>
              </a:rPr>
              <a:t>Svn</a:t>
            </a:r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地址：</a:t>
            </a:r>
            <a:endParaRPr lang="en-US" altLang="zh-CN" sz="1100" dirty="0" smtClean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策划</a:t>
            </a:r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SVN</a:t>
            </a:r>
          </a:p>
          <a:p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程序</a:t>
            </a:r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SVN</a:t>
            </a:r>
            <a:endParaRPr lang="en-US" altLang="zh-CN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	</a:t>
            </a:r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美术</a:t>
            </a:r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SVN</a:t>
            </a:r>
          </a:p>
          <a:p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项目管理连接：</a:t>
            </a:r>
            <a:endParaRPr lang="en-US" altLang="zh-CN" sz="1100" dirty="0" smtClean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	XXXXXX</a:t>
            </a:r>
          </a:p>
          <a:p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负责人联系方式：</a:t>
            </a:r>
            <a:endParaRPr lang="en-US" altLang="zh-CN" sz="1100" dirty="0" smtClean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	XXX</a:t>
            </a:r>
          </a:p>
          <a:p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	XXX</a:t>
            </a:r>
          </a:p>
          <a:p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	XXX</a:t>
            </a:r>
          </a:p>
        </p:txBody>
      </p:sp>
      <p:sp>
        <p:nvSpPr>
          <p:cNvPr id="12" name="矩形 11"/>
          <p:cNvSpPr/>
          <p:nvPr/>
        </p:nvSpPr>
        <p:spPr>
          <a:xfrm>
            <a:off x="2019992" y="1482436"/>
            <a:ext cx="1305098" cy="24106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研发版本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25090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版署版本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30188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测试服版本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935286" y="1482435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正式服版本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240384" y="1482435"/>
            <a:ext cx="594361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+</a:t>
            </a:r>
            <a:endParaRPr lang="zh-CN" altLang="en-US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630189" y="2452255"/>
            <a:ext cx="3890358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版本下载：</a:t>
            </a:r>
            <a:endParaRPr lang="en-US" altLang="zh-CN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 smtClean="0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 smtClean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1100" u="sng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XXXX_XXXX.apk</a:t>
            </a:r>
            <a:endParaRPr lang="en-US" altLang="zh-CN" sz="1100" u="sng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endParaRPr lang="en-US" altLang="zh-CN" sz="1100" u="sng" dirty="0" smtClean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500448" y="2213032"/>
            <a:ext cx="7020098" cy="399657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500448" y="2211185"/>
            <a:ext cx="3129740" cy="399842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473037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项目配置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400156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项目发布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458558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协议定义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418215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多语言设置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500448" y="1930400"/>
            <a:ext cx="972589" cy="2826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项目信息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82097" y="1931455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698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dirty="0" smtClean="0"/>
              <a:t>平台页面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837109" y="3531986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游戏服务器地址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217019" y="3531985"/>
            <a:ext cx="4999786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019992" y="1482436"/>
            <a:ext cx="1305098" cy="24106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研发版本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325090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版署版本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630188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测试服版本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935286" y="1482435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正式服版本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240384" y="1482435"/>
            <a:ext cx="594361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+</a:t>
            </a:r>
            <a:endParaRPr lang="zh-CN" altLang="en-US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837109" y="3176385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资源服务器地址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217019" y="3176384"/>
            <a:ext cx="4999786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837434" y="3979959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包名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217344" y="3979958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Com.company.name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837117" y="4335560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err="1" smtClean="0">
                <a:latin typeface="新宋体" panose="02010609030101010101" pitchFamily="49" charset="-122"/>
                <a:ea typeface="新宋体" panose="02010609030101010101" pitchFamily="49" charset="-122"/>
              </a:rPr>
              <a:t>keystore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217027" y="4335559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837117" y="4688852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password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3217027" y="4688851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830878" y="5395433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Mini </a:t>
            </a:r>
            <a:r>
              <a:rPr lang="en-US" altLang="zh-CN" sz="1100" dirty="0" err="1" smtClean="0">
                <a:latin typeface="新宋体" panose="02010609030101010101" pitchFamily="49" charset="-122"/>
                <a:ea typeface="新宋体" panose="02010609030101010101" pitchFamily="49" charset="-122"/>
              </a:rPr>
              <a:t>Api</a:t>
            </a:r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 Level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210788" y="5395432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837116" y="5042143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版本号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217026" y="5042142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830878" y="5751035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target </a:t>
            </a:r>
            <a:r>
              <a:rPr lang="en-US" altLang="zh-CN" sz="1100" dirty="0" err="1" smtClean="0">
                <a:latin typeface="新宋体" panose="02010609030101010101" pitchFamily="49" charset="-122"/>
                <a:ea typeface="新宋体" panose="02010609030101010101" pitchFamily="49" charset="-122"/>
              </a:rPr>
              <a:t>Api</a:t>
            </a:r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 Level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210788" y="5751034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500448" y="2213032"/>
            <a:ext cx="7020098" cy="399657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445155" y="3979958"/>
            <a:ext cx="1142969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资源路径设置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444837" y="4426086"/>
            <a:ext cx="2759507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新宋体" panose="02010609030101010101" pitchFamily="49" charset="-122"/>
                <a:ea typeface="新宋体" panose="02010609030101010101" pitchFamily="49" charset="-122"/>
              </a:rPr>
              <a:t>Assets/Prefabs/avatar/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444838" y="4203022"/>
            <a:ext cx="897773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新宋体" panose="02010609030101010101" pitchFamily="49" charset="-122"/>
                <a:ea typeface="新宋体" panose="02010609030101010101" pitchFamily="49" charset="-122"/>
              </a:rPr>
              <a:t>avatar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342611" y="4203022"/>
            <a:ext cx="1857888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prefab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444837" y="4638979"/>
            <a:ext cx="2759507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Assets/Prefabs/weapon/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5440992" y="5161296"/>
            <a:ext cx="2759507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Assets/Prefabs/sound/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440993" y="4938232"/>
            <a:ext cx="897773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sound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6338766" y="4938232"/>
            <a:ext cx="1861733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mp3,ogg,wav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445155" y="5672294"/>
            <a:ext cx="2759507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Assets/scenes/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445156" y="5449230"/>
            <a:ext cx="897773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scenes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6342929" y="5449230"/>
            <a:ext cx="1861733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unity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500448" y="2212576"/>
            <a:ext cx="7020098" cy="84212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473037" y="1930400"/>
            <a:ext cx="972589" cy="2826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项目配置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5400156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项目发布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3458558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协议定义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4418215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多语言设置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1500448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项目信息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382097" y="1931455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765" name="更新模块" r:id="rId2" imgW="1143000" imgH="257040"/>
        </mc:Choice>
        <mc:Fallback>
          <p:control name="更新模块" r:id="rId2" imgW="1143000" imgH="257040">
            <p:pic>
              <p:nvPicPr>
                <p:cNvPr id="27" name="更新模块"/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03368" y="2402898"/>
                  <a:ext cx="1139162" cy="25717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66" name="CheckBox1" r:id="rId3" imgW="1143000" imgH="257040"/>
        </mc:Choice>
        <mc:Fallback>
          <p:control name="CheckBox1" r:id="rId3" imgW="1143000" imgH="257040">
            <p:pic>
              <p:nvPicPr>
                <p:cNvPr id="28" name="CheckBox1"/>
                <p:cNvPicPr>
                  <a:picLocks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25090" y="2402898"/>
                  <a:ext cx="1139162" cy="25717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67" name="CheckBox2" r:id="rId4" imgW="1143000" imgH="257040"/>
        </mc:Choice>
        <mc:Fallback>
          <p:control name="CheckBox2" r:id="rId4" imgW="1143000" imgH="257040">
            <p:pic>
              <p:nvPicPr>
                <p:cNvPr id="29" name="CheckBox2"/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05993" y="2406072"/>
                  <a:ext cx="1139162" cy="25717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68" name="CheckBox3" r:id="rId5" imgW="1143000" imgH="257040"/>
        </mc:Choice>
        <mc:Fallback>
          <p:control name="CheckBox3" r:id="rId5" imgW="1143000" imgH="257040">
            <p:pic>
              <p:nvPicPr>
                <p:cNvPr id="30" name="CheckBox3"/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71602" y="2401050"/>
                  <a:ext cx="1139162" cy="25717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69" name="ComboBox1" r:id="rId6" imgW="1133640" imgH="257040"/>
        </mc:Choice>
        <mc:Fallback>
          <p:control name="ComboBox1" r:id="rId6" imgW="1133640" imgH="257040">
            <p:pic>
              <p:nvPicPr>
                <p:cNvPr id="32" name="ComboBox1"/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88124" y="2401050"/>
                  <a:ext cx="1134399" cy="25642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70" name="CheckBox4" r:id="rId7" imgW="2114640" imgH="257040"/>
        </mc:Choice>
        <mc:Fallback>
          <p:control name="CheckBox4" r:id="rId7" imgW="2114640" imgH="257040">
            <p:pic>
              <p:nvPicPr>
                <p:cNvPr id="35" name="CheckBox4"/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25090" y="2776772"/>
                  <a:ext cx="2111433" cy="25717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71" name="ScrollBar1" r:id="rId8" imgW="181080" imgH="1981080"/>
        </mc:Choice>
        <mc:Fallback>
          <p:control name="ScrollBar1" r:id="rId8" imgW="181080" imgH="1981080">
            <p:pic>
              <p:nvPicPr>
                <p:cNvPr id="52" name="ScrollBar1"/>
                <p:cNvPicPr>
                  <a:picLocks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04662" y="4188234"/>
                  <a:ext cx="178926" cy="197981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772" name="CheckBox5" r:id="rId9" imgW="1143000" imgH="257040"/>
        </mc:Choice>
        <mc:Fallback>
          <p:control name="CheckBox5" r:id="rId9" imgW="1143000" imgH="257040">
            <p:pic>
              <p:nvPicPr>
                <p:cNvPr id="73" name="CheckBox5"/>
                <p:cNvPicPr>
                  <a:picLocks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03368" y="2774151"/>
                  <a:ext cx="1139162" cy="257175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75907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dirty="0" smtClean="0"/>
              <a:t>平台页面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019992" y="1482436"/>
            <a:ext cx="1305098" cy="24106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研发版本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25090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版署版本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30188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测试服版本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935286" y="1482435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正式服版本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240384" y="1482435"/>
            <a:ext cx="594361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+</a:t>
            </a:r>
            <a:endParaRPr lang="zh-CN" altLang="en-US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00448" y="2366818"/>
            <a:ext cx="1068185" cy="201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登录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68633" y="2366818"/>
            <a:ext cx="1068185" cy="201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战斗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36818" y="2366818"/>
            <a:ext cx="1068185" cy="201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背包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705003" y="2366818"/>
            <a:ext cx="1068185" cy="201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商城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73188" y="2366818"/>
            <a:ext cx="1068185" cy="201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宠物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841374" y="2366818"/>
            <a:ext cx="490452" cy="2018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+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500448" y="2568633"/>
            <a:ext cx="7020098" cy="3640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 sz="110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500448" y="2685012"/>
            <a:ext cx="129262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命令字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793076" y="2685012"/>
            <a:ext cx="2107276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注释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500448" y="2920079"/>
            <a:ext cx="3399904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结构名称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705792" y="3155146"/>
            <a:ext cx="2194559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字段名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705792" y="3390965"/>
            <a:ext cx="2194559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字段名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500448" y="4002161"/>
            <a:ext cx="129262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命令字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793076" y="4002161"/>
            <a:ext cx="2107276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注释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500448" y="4237228"/>
            <a:ext cx="3399904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结构名称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705792" y="4472295"/>
            <a:ext cx="2194559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字段名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705792" y="4708114"/>
            <a:ext cx="2194559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字段名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500448" y="5256791"/>
            <a:ext cx="129262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命令字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793076" y="5256791"/>
            <a:ext cx="2107276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注释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500448" y="5491858"/>
            <a:ext cx="3399904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结构名称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705792" y="5726925"/>
            <a:ext cx="2194559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字段名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05792" y="5962744"/>
            <a:ext cx="2194559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字段名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473037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项目配置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400156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项目发布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3458558" y="1930400"/>
            <a:ext cx="972589" cy="2826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协议定义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4418215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多语言设置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500448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项目信息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6382097" y="1931455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7286" name="CommandButton1" r:id="rId2" imgW="1343160" imgH="285840"/>
        </mc:Choice>
        <mc:Fallback>
          <p:control name="CommandButton1" r:id="rId2" imgW="1343160" imgH="285840">
            <p:pic>
              <p:nvPicPr>
                <p:cNvPr id="21" name="CommandButton1"/>
                <p:cNvPicPr>
                  <a:picLocks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74346" y="6292994"/>
                  <a:ext cx="1346200" cy="280063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87" name="CommandButton2" r:id="rId3" imgW="1343160" imgH="285840"/>
        </mc:Choice>
        <mc:Fallback>
          <p:control name="CommandButton2" r:id="rId3" imgW="1343160" imgH="285840">
            <p:pic>
              <p:nvPicPr>
                <p:cNvPr id="22" name="CommandButton2"/>
                <p:cNvPicPr>
                  <a:picLocks/>
                </p:cNvPicPr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634180" y="6292994"/>
                  <a:ext cx="1346200" cy="280063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88" name="ScrollBar1" r:id="rId4" imgW="237960" imgH="3638520"/>
        </mc:Choice>
        <mc:Fallback>
          <p:control name="ScrollBar1" r:id="rId4" imgW="237960" imgH="3638520">
            <p:pic>
              <p:nvPicPr>
                <p:cNvPr id="24" name="ScrollBar1"/>
                <p:cNvPicPr>
                  <a:picLocks/>
                </p:cNvPicPr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78813" y="2568575"/>
                  <a:ext cx="241300" cy="364172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89" name="ComboBox1" r:id="rId5" imgW="685800" imgH="228600"/>
        </mc:Choice>
        <mc:Fallback>
          <p:control name="ComboBox1" r:id="rId5" imgW="685800" imgH="228600">
            <p:pic>
              <p:nvPicPr>
                <p:cNvPr id="30" name="ComboBox1"/>
                <p:cNvPicPr>
                  <a:picLocks/>
                </p:cNvPicPr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19991" y="3158207"/>
                  <a:ext cx="685367" cy="232006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90" name="ComboBox2" r:id="rId6" imgW="685800" imgH="228600"/>
        </mc:Choice>
        <mc:Fallback>
          <p:control name="ComboBox2" r:id="rId6" imgW="685800" imgH="228600">
            <p:pic>
              <p:nvPicPr>
                <p:cNvPr id="32" name="ComboBox2"/>
                <p:cNvPicPr>
                  <a:picLocks/>
                </p:cNvPicPr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19991" y="3394026"/>
                  <a:ext cx="685368" cy="232006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91" name="CheckBox1" r:id="rId7" imgW="523800" imgH="237960"/>
        </mc:Choice>
        <mc:Fallback>
          <p:control name="CheckBox1" r:id="rId7" imgW="523800" imgH="237960">
            <p:pic>
              <p:nvPicPr>
                <p:cNvPr id="33" name="CheckBox1"/>
                <p:cNvPicPr>
                  <a:picLocks/>
                </p:cNvPicPr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500187" y="3154363"/>
                  <a:ext cx="519369" cy="2365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92" name="CheckBox2" r:id="rId8" imgW="523800" imgH="237960"/>
        </mc:Choice>
        <mc:Fallback>
          <p:control name="CheckBox2" r:id="rId8" imgW="523800" imgH="237960">
            <p:pic>
              <p:nvPicPr>
                <p:cNvPr id="34" name="CheckBox2"/>
                <p:cNvPicPr>
                  <a:picLocks/>
                </p:cNvPicPr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00187" y="3415563"/>
                  <a:ext cx="519369" cy="2365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93" name="ComboBox3" r:id="rId9" imgW="685800" imgH="228600"/>
        </mc:Choice>
        <mc:Fallback>
          <p:control name="ComboBox3" r:id="rId9" imgW="685800" imgH="228600">
            <p:pic>
              <p:nvPicPr>
                <p:cNvPr id="39" name="ComboBox3"/>
                <p:cNvPicPr>
                  <a:picLocks/>
                </p:cNvPicPr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019991" y="4475356"/>
                  <a:ext cx="685367" cy="232006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94" name="ComboBox4" r:id="rId10" imgW="685800" imgH="228600"/>
        </mc:Choice>
        <mc:Fallback>
          <p:control name="ComboBox4" r:id="rId10" imgW="685800" imgH="228600">
            <p:pic>
              <p:nvPicPr>
                <p:cNvPr id="41" name="ComboBox4"/>
                <p:cNvPicPr>
                  <a:picLocks/>
                </p:cNvPicPr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19991" y="4711175"/>
                  <a:ext cx="685368" cy="232006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95" name="CheckBox3" r:id="rId11" imgW="523800" imgH="237960"/>
        </mc:Choice>
        <mc:Fallback>
          <p:control name="CheckBox3" r:id="rId11" imgW="523800" imgH="237960">
            <p:pic>
              <p:nvPicPr>
                <p:cNvPr id="42" name="CheckBox3"/>
                <p:cNvPicPr>
                  <a:picLocks/>
                </p:cNvPicPr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00187" y="4471512"/>
                  <a:ext cx="519369" cy="2365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96" name="CheckBox4" r:id="rId12" imgW="523800" imgH="237960"/>
        </mc:Choice>
        <mc:Fallback>
          <p:control name="CheckBox4" r:id="rId12" imgW="523800" imgH="237960">
            <p:pic>
              <p:nvPicPr>
                <p:cNvPr id="43" name="CheckBox4"/>
                <p:cNvPicPr>
                  <a:picLocks/>
                </p:cNvPicPr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00187" y="4732712"/>
                  <a:ext cx="519369" cy="2365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97" name="ComboBox5" r:id="rId13" imgW="685800" imgH="228600"/>
        </mc:Choice>
        <mc:Fallback>
          <p:control name="ComboBox5" r:id="rId13" imgW="685800" imgH="228600">
            <p:pic>
              <p:nvPicPr>
                <p:cNvPr id="48" name="ComboBox5"/>
                <p:cNvPicPr>
                  <a:picLocks/>
                </p:cNvPicPr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19991" y="5729986"/>
                  <a:ext cx="685367" cy="232006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98" name="ComboBox6" r:id="rId14" imgW="685800" imgH="228600"/>
        </mc:Choice>
        <mc:Fallback>
          <p:control name="ComboBox6" r:id="rId14" imgW="685800" imgH="228600">
            <p:pic>
              <p:nvPicPr>
                <p:cNvPr id="50" name="ComboBox6"/>
                <p:cNvPicPr>
                  <a:picLocks/>
                </p:cNvPicPr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19991" y="5965805"/>
                  <a:ext cx="685368" cy="232006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299" name="CheckBox5" r:id="rId15" imgW="523800" imgH="237960"/>
        </mc:Choice>
        <mc:Fallback>
          <p:control name="CheckBox5" r:id="rId15" imgW="523800" imgH="237960">
            <p:pic>
              <p:nvPicPr>
                <p:cNvPr id="51" name="CheckBox5"/>
                <p:cNvPicPr>
                  <a:picLocks/>
                </p:cNvPicPr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500187" y="5726142"/>
                  <a:ext cx="519369" cy="2365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300" name="CheckBox6" r:id="rId16" imgW="523800" imgH="237960"/>
        </mc:Choice>
        <mc:Fallback>
          <p:control name="CheckBox6" r:id="rId16" imgW="523800" imgH="237960">
            <p:pic>
              <p:nvPicPr>
                <p:cNvPr id="52" name="CheckBox6"/>
                <p:cNvPicPr>
                  <a:picLocks/>
                </p:cNvPicPr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00187" y="5987342"/>
                  <a:ext cx="519369" cy="2365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301" name="CommandButton3" r:id="rId17" imgW="942840" imgH="228600"/>
        </mc:Choice>
        <mc:Fallback>
          <p:control name="CommandButton3" r:id="rId17" imgW="942840" imgH="228600">
            <p:pic>
              <p:nvPicPr>
                <p:cNvPr id="53" name="CommandButton3"/>
                <p:cNvPicPr>
                  <a:picLocks/>
                </p:cNvPicPr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57638" y="3625850"/>
                  <a:ext cx="942975" cy="23177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302" name="CommandButton4" r:id="rId18" imgW="942840" imgH="228600"/>
        </mc:Choice>
        <mc:Fallback>
          <p:control name="CommandButton4" r:id="rId18" imgW="942840" imgH="228600">
            <p:pic>
              <p:nvPicPr>
                <p:cNvPr id="54" name="CommandButton4"/>
                <p:cNvPicPr>
                  <a:picLocks/>
                </p:cNvPicPr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57638" y="4951318"/>
                  <a:ext cx="942975" cy="23177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303" name="CommandButton5" r:id="rId19" imgW="942840" imgH="228600"/>
        </mc:Choice>
        <mc:Fallback>
          <p:control name="CommandButton5" r:id="rId19" imgW="942840" imgH="228600">
            <p:pic>
              <p:nvPicPr>
                <p:cNvPr id="55" name="CommandButton5"/>
                <p:cNvPicPr>
                  <a:picLocks/>
                </p:cNvPicPr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335404" y="5971800"/>
                  <a:ext cx="942975" cy="23177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304" name="CommandButton6" r:id="rId20" imgW="209520" imgH="228600"/>
        </mc:Choice>
        <mc:Fallback>
          <p:control name="CommandButton6" r:id="rId20" imgW="209520" imgH="228600">
            <p:pic>
              <p:nvPicPr>
                <p:cNvPr id="56" name="CommandButton6"/>
                <p:cNvPicPr>
                  <a:picLocks/>
                </p:cNvPicPr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93760" y="3161094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305" name="CommandButton7" r:id="rId21" imgW="209520" imgH="228600"/>
        </mc:Choice>
        <mc:Fallback>
          <p:control name="CommandButton7" r:id="rId21" imgW="209520" imgH="228600">
            <p:pic>
              <p:nvPicPr>
                <p:cNvPr id="58" name="CommandButton7"/>
                <p:cNvPicPr>
                  <a:picLocks/>
                </p:cNvPicPr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93326" y="3381136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306" name="CommandButton8" r:id="rId22" imgW="209520" imgH="228600"/>
        </mc:Choice>
        <mc:Fallback>
          <p:control name="CommandButton8" r:id="rId22" imgW="209520" imgH="228600">
            <p:pic>
              <p:nvPicPr>
                <p:cNvPr id="59" name="CommandButton8"/>
                <p:cNvPicPr>
                  <a:picLocks/>
                </p:cNvPicPr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83039" y="4473880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307" name="CommandButton9" r:id="rId23" imgW="209520" imgH="228600"/>
        </mc:Choice>
        <mc:Fallback>
          <p:control name="CommandButton9" r:id="rId23" imgW="209520" imgH="228600">
            <p:pic>
              <p:nvPicPr>
                <p:cNvPr id="60" name="CommandButton9"/>
                <p:cNvPicPr>
                  <a:picLocks/>
                </p:cNvPicPr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83039" y="4717618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308" name="CommandButton10" r:id="rId24" imgW="209520" imgH="228600"/>
        </mc:Choice>
        <mc:Fallback>
          <p:control name="CommandButton10" r:id="rId24" imgW="209520" imgH="228600">
            <p:pic>
              <p:nvPicPr>
                <p:cNvPr id="61" name="CommandButton10"/>
                <p:cNvPicPr>
                  <a:picLocks/>
                </p:cNvPicPr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83039" y="5734908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7309" name="CommandButton11" r:id="rId25" imgW="209520" imgH="228600"/>
        </mc:Choice>
        <mc:Fallback>
          <p:control name="CommandButton11" r:id="rId25" imgW="209520" imgH="228600">
            <p:pic>
              <p:nvPicPr>
                <p:cNvPr id="62" name="CommandButton11"/>
                <p:cNvPicPr>
                  <a:picLocks/>
                </p:cNvPicPr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683039" y="5980820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34237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dirty="0" smtClean="0"/>
              <a:t>平台页面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500448" y="2213032"/>
            <a:ext cx="7020098" cy="399657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19992" y="1482436"/>
            <a:ext cx="1305098" cy="24106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研发版本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25090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版署版本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630188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测试服版本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35286" y="1482435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正式服版本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240384" y="1482435"/>
            <a:ext cx="594361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+</a:t>
            </a:r>
            <a:endParaRPr lang="zh-CN" altLang="en-US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00709" y="2375129"/>
            <a:ext cx="129262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命令字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793337" y="2375129"/>
            <a:ext cx="544376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注释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500709" y="2610196"/>
            <a:ext cx="6736396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正文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500709" y="2963951"/>
            <a:ext cx="129262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命令字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793337" y="2963951"/>
            <a:ext cx="544376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注释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500709" y="3199018"/>
            <a:ext cx="6736396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正文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500709" y="3552773"/>
            <a:ext cx="129262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命令字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793337" y="3552773"/>
            <a:ext cx="544376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注释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500709" y="3787840"/>
            <a:ext cx="6736396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正文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500926" y="4139443"/>
            <a:ext cx="129262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命令字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793554" y="4139443"/>
            <a:ext cx="544376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注释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500926" y="4374510"/>
            <a:ext cx="6736396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正文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500448" y="4716905"/>
            <a:ext cx="129262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命令字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93076" y="4716905"/>
            <a:ext cx="544376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注释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500448" y="4951972"/>
            <a:ext cx="6736396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正文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500448" y="5290217"/>
            <a:ext cx="129262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命令字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793076" y="5290217"/>
            <a:ext cx="5443768" cy="2373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注释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500448" y="5525284"/>
            <a:ext cx="6736396" cy="23737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latin typeface="新宋体" panose="02010609030101010101" pitchFamily="49" charset="-122"/>
                <a:ea typeface="新宋体" panose="02010609030101010101" pitchFamily="49" charset="-122"/>
              </a:rPr>
              <a:t> </a:t>
            </a:r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正文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473037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项目配置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400156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项目发布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458558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协议定义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418215" y="1930400"/>
            <a:ext cx="972589" cy="2826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多语言设置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500448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项目信息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382097" y="1931455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4642" name="ScrollBar1" r:id="rId2" imgW="285840" imgH="4000680"/>
        </mc:Choice>
        <mc:Fallback>
          <p:control name="ScrollBar1" r:id="rId2" imgW="285840" imgH="4000680">
            <p:pic>
              <p:nvPicPr>
                <p:cNvPr id="16" name="ScrollBar1"/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237538" y="2212975"/>
                  <a:ext cx="282575" cy="399732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643" name="CommandButton3" r:id="rId3" imgW="942840" imgH="228600"/>
        </mc:Choice>
        <mc:Fallback>
          <p:control name="CommandButton3" r:id="rId3" imgW="942840" imgH="228600">
            <p:pic>
              <p:nvPicPr>
                <p:cNvPr id="26" name="CommandButton3"/>
                <p:cNvPicPr>
                  <a:picLocks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77138" y="6209607"/>
                  <a:ext cx="942975" cy="231775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644" name="CommandButton6" r:id="rId4" imgW="209520" imgH="228600"/>
        </mc:Choice>
        <mc:Fallback>
          <p:control name="CommandButton6" r:id="rId4" imgW="209520" imgH="228600">
            <p:pic>
              <p:nvPicPr>
                <p:cNvPr id="27" name="CommandButton6"/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30513" y="2627047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645" name="CommandButton1" r:id="rId5" imgW="209520" imgH="228600"/>
        </mc:Choice>
        <mc:Fallback>
          <p:control name="CommandButton1" r:id="rId5" imgW="209520" imgH="228600">
            <p:pic>
              <p:nvPicPr>
                <p:cNvPr id="32" name="CommandButton1"/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030513" y="3215869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646" name="CommandButton2" r:id="rId6" imgW="209520" imgH="228600"/>
        </mc:Choice>
        <mc:Fallback>
          <p:control name="CommandButton2" r:id="rId6" imgW="209520" imgH="228600">
            <p:pic>
              <p:nvPicPr>
                <p:cNvPr id="36" name="CommandButton2"/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30513" y="3804691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647" name="CommandButton4" r:id="rId7" imgW="209520" imgH="228600"/>
        </mc:Choice>
        <mc:Fallback>
          <p:control name="CommandButton4" r:id="rId7" imgW="209520" imgH="228600">
            <p:pic>
              <p:nvPicPr>
                <p:cNvPr id="40" name="CommandButton4"/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030730" y="4391361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648" name="CommandButton5" r:id="rId8" imgW="209520" imgH="228600"/>
        </mc:Choice>
        <mc:Fallback>
          <p:control name="CommandButton5" r:id="rId8" imgW="209520" imgH="228600">
            <p:pic>
              <p:nvPicPr>
                <p:cNvPr id="44" name="CommandButton5"/>
                <p:cNvPicPr>
                  <a:picLocks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30252" y="4968823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4649" name="CommandButton7" r:id="rId9" imgW="209520" imgH="228600"/>
        </mc:Choice>
        <mc:Fallback>
          <p:control name="CommandButton7" r:id="rId9" imgW="209520" imgH="228600">
            <p:pic>
              <p:nvPicPr>
                <p:cNvPr id="48" name="CommandButton7"/>
                <p:cNvPicPr>
                  <a:picLocks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030252" y="5542135"/>
                  <a:ext cx="206592" cy="224044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974953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550326" y="2319249"/>
            <a:ext cx="4434838" cy="433924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dirty="0" smtClean="0"/>
              <a:t>平台页面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019992" y="1482436"/>
            <a:ext cx="1305098" cy="24106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研发版本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25090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版署版本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30188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测试服版本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935286" y="1482435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正式服版本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240384" y="1482435"/>
            <a:ext cx="594361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+</a:t>
            </a:r>
            <a:endParaRPr lang="zh-CN" altLang="en-US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71105" y="2385753"/>
            <a:ext cx="41979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日志输出：</a:t>
            </a:r>
            <a:endParaRPr lang="en-US" altLang="zh-CN" sz="800" dirty="0" smtClean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init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svncommit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init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copyHashAssets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     [exec] e:/web/shushan2/StreamingAssets/AndroidV.txt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BUILD SUCCESSFUL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Total time: 5 minutes 41 seconds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Process exited with 0@2018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年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07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月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12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日 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16:22:12 true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start build @2018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年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07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月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12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日 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17:16:00 </a:t>
            </a: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Buildfile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 e:\Builder\build-shushan2.xml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update: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init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svnrevert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     [exec] Updating 'source\</a:t>
            </a:r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shushanArt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\Assets\Editor':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     [exec] At revision 28886.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init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svnrevert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     [exec] Updating 'source\</a:t>
            </a:r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shushanArt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\Assets\Plugins':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     [exec] At revision 28886.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init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svnupdate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  <a:endParaRPr lang="zh-CN" altLang="en-US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500448" y="2213032"/>
            <a:ext cx="7020098" cy="45285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473037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项目配置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00156" y="1930400"/>
            <a:ext cx="972589" cy="2826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项目发布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458558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协议定义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418215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多语言设置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500448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项目信息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382097" y="1931455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692" name="CommandButton1" r:id="rId2" imgW="2333520" imgH="324000"/>
        </mc:Choice>
        <mc:Fallback>
          <p:control name="CommandButton1" r:id="rId2" imgW="2333520" imgH="324000">
            <p:pic>
              <p:nvPicPr>
                <p:cNvPr id="23" name="CommandButton1"/>
                <p:cNvPicPr>
                  <a:picLocks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26480" y="2443163"/>
                  <a:ext cx="2335876" cy="3254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693" name="CommandButton2" r:id="rId3" imgW="2333520" imgH="324000"/>
        </mc:Choice>
        <mc:Fallback>
          <p:control name="CommandButton2" r:id="rId3" imgW="2333520" imgH="324000">
            <p:pic>
              <p:nvPicPr>
                <p:cNvPr id="24" name="CommandButton2"/>
                <p:cNvPicPr>
                  <a:picLocks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26480" y="2834165"/>
                  <a:ext cx="2335876" cy="3254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694" name="CommandButton3" r:id="rId4" imgW="2333520" imgH="324000"/>
        </mc:Choice>
        <mc:Fallback>
          <p:control name="CommandButton3" r:id="rId4" imgW="2333520" imgH="324000">
            <p:pic>
              <p:nvPicPr>
                <p:cNvPr id="25" name="CommandButton3"/>
                <p:cNvPicPr>
                  <a:picLocks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26480" y="3267496"/>
                  <a:ext cx="2335876" cy="3254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695" name="CommandButton4" r:id="rId5" imgW="2333520" imgH="324000"/>
        </mc:Choice>
        <mc:Fallback>
          <p:control name="CommandButton4" r:id="rId5" imgW="2333520" imgH="324000">
            <p:pic>
              <p:nvPicPr>
                <p:cNvPr id="26" name="CommandButton4"/>
                <p:cNvPicPr>
                  <a:picLocks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26480" y="3700827"/>
                  <a:ext cx="2335876" cy="3254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696" name="CommandButton5" r:id="rId6" imgW="2333520" imgH="324000"/>
        </mc:Choice>
        <mc:Fallback>
          <p:control name="CommandButton5" r:id="rId6" imgW="2333520" imgH="324000">
            <p:pic>
              <p:nvPicPr>
                <p:cNvPr id="27" name="CommandButton5"/>
                <p:cNvPicPr>
                  <a:picLocks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26480" y="4921132"/>
                  <a:ext cx="2335876" cy="3254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697" name="CommandButton6" r:id="rId7" imgW="2333520" imgH="324000"/>
        </mc:Choice>
        <mc:Fallback>
          <p:control name="CommandButton6" r:id="rId7" imgW="2333520" imgH="324000">
            <p:pic>
              <p:nvPicPr>
                <p:cNvPr id="28" name="CommandButton6"/>
                <p:cNvPicPr>
                  <a:picLocks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26480" y="4148260"/>
                  <a:ext cx="2335876" cy="3254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2698" name="ScrollBar1" r:id="rId8" imgW="162000" imgH="4343400"/>
        </mc:Choice>
        <mc:Fallback>
          <p:control name="ScrollBar1" r:id="rId8" imgW="162000" imgH="4343400">
            <p:pic>
              <p:nvPicPr>
                <p:cNvPr id="30" name="ScrollBar1"/>
                <p:cNvPicPr>
                  <a:picLocks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827713" y="2319338"/>
                  <a:ext cx="157162" cy="4338637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626094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dirty="0" smtClean="0"/>
              <a:t>平台页面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473037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项目配置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00156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项目发布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458558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协议定义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18215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多语言设置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0448" y="1930400"/>
            <a:ext cx="972589" cy="2826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项目信息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19992" y="1482436"/>
            <a:ext cx="1305098" cy="24106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研发版本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325090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版署版本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30188" y="1482436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测试服版本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935286" y="1482435"/>
            <a:ext cx="1305098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正式服版本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240384" y="1482435"/>
            <a:ext cx="594361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+</a:t>
            </a:r>
            <a:endParaRPr lang="zh-CN" altLang="en-US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500448" y="2213032"/>
            <a:ext cx="7020098" cy="452859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382097" y="1931455"/>
            <a:ext cx="972589" cy="2826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渠道设置</a:t>
            </a:r>
            <a:endParaRPr lang="zh-CN" altLang="en-US" sz="12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688424" y="3243811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包名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068334" y="3243810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Com.company.name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688107" y="3599412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ICON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068017" y="3599411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688107" y="3952704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KEY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068017" y="3952703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681868" y="4659284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片头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061778" y="4659284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688106" y="4305995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充值回调地址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068016" y="4305994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1681868" y="5014887"/>
            <a:ext cx="1371600" cy="207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err="1" smtClean="0">
                <a:latin typeface="新宋体" panose="02010609030101010101" pitchFamily="49" charset="-122"/>
                <a:ea typeface="新宋体" panose="02010609030101010101" pitchFamily="49" charset="-122"/>
              </a:rPr>
              <a:t>APILevel</a:t>
            </a:r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061778" y="5014886"/>
            <a:ext cx="1753669" cy="2078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1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933606" y="2892829"/>
            <a:ext cx="3474716" cy="331618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933606" y="2953833"/>
            <a:ext cx="33215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日志输出：</a:t>
            </a:r>
            <a:endParaRPr lang="en-US" altLang="zh-CN" sz="800" dirty="0" smtClean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init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copyHashAssets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     [exec] e:/web/shushan2/StreamingAssets/AndroidV.txt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BUILD SUCCESSFUL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Total time: 5 minutes 41 seconds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Process exited with 0@2018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年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07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月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12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日 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16:22:12 true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start build @2018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年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07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月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12</a:t>
            </a:r>
            <a:r>
              <a:rPr lang="zh-CN" altLang="en-US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日 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17:16:00 </a:t>
            </a: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Buildfile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 e:\Builder\build-shushan2.xml</a:t>
            </a:r>
          </a:p>
          <a:p>
            <a:r>
              <a:rPr lang="en-US" altLang="zh-CN" sz="800" u="sng" dirty="0" err="1" smtClean="0">
                <a:latin typeface="新宋体" panose="02010609030101010101" pitchFamily="49" charset="-122"/>
                <a:ea typeface="新宋体" panose="02010609030101010101" pitchFamily="49" charset="-122"/>
              </a:rPr>
              <a:t>svnrevert</a:t>
            </a:r>
            <a:r>
              <a:rPr lang="en-US" altLang="zh-CN" sz="800" u="sng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     [exec] Updating 'source\</a:t>
            </a:r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shushanArt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\Assets\Editor':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     [exec] At revision 28886.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init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svnrevert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     [exec] Updating 'source\</a:t>
            </a:r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shushanArt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\Assets\Plugins':</a:t>
            </a:r>
          </a:p>
          <a:p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     [exec] At revision 28886.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init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</a:p>
          <a:p>
            <a:endParaRPr lang="en-US" altLang="zh-CN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r>
              <a:rPr lang="en-US" altLang="zh-CN" sz="800" dirty="0" err="1">
                <a:latin typeface="新宋体" panose="02010609030101010101" pitchFamily="49" charset="-122"/>
                <a:ea typeface="新宋体" panose="02010609030101010101" pitchFamily="49" charset="-122"/>
              </a:rPr>
              <a:t>svnupdate</a:t>
            </a:r>
            <a:r>
              <a:rPr lang="en-US" altLang="zh-CN" sz="800" dirty="0">
                <a:latin typeface="新宋体" panose="02010609030101010101" pitchFamily="49" charset="-122"/>
                <a:ea typeface="新宋体" panose="02010609030101010101" pitchFamily="49" charset="-122"/>
              </a:rPr>
              <a:t>:</a:t>
            </a:r>
            <a:endParaRPr lang="zh-CN" altLang="en-US" sz="8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688424" y="2283689"/>
            <a:ext cx="1063089" cy="24106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</a:t>
            </a:r>
            <a:r>
              <a:rPr lang="en-US" altLang="zh-CN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A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875523" y="2283688"/>
            <a:ext cx="1063089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</a:t>
            </a:r>
            <a:r>
              <a:rPr lang="en-US" altLang="zh-CN" sz="14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B</a:t>
            </a:r>
            <a:endParaRPr lang="zh-CN" altLang="en-US" sz="14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062622" y="2283687"/>
            <a:ext cx="1063089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</a:t>
            </a:r>
            <a:r>
              <a:rPr lang="en-US" altLang="zh-CN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C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249721" y="2283686"/>
            <a:ext cx="1063089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</a:t>
            </a:r>
            <a:r>
              <a:rPr lang="en-US" altLang="zh-CN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D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436820" y="2283685"/>
            <a:ext cx="1063089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</a:t>
            </a:r>
            <a:r>
              <a:rPr lang="en-US" altLang="zh-CN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E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688424" y="2565266"/>
            <a:ext cx="1063089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</a:t>
            </a:r>
            <a:r>
              <a:rPr lang="en-US" altLang="zh-CN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F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875522" y="2573712"/>
            <a:ext cx="1063089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</a:t>
            </a:r>
            <a:r>
              <a:rPr lang="en-US" altLang="zh-CN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G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062620" y="2582158"/>
            <a:ext cx="1063089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</a:t>
            </a:r>
            <a:r>
              <a:rPr lang="en-US" altLang="zh-CN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H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249718" y="2590604"/>
            <a:ext cx="1063089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</a:t>
            </a:r>
            <a:r>
              <a:rPr lang="en-US" altLang="zh-CN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I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436816" y="2599050"/>
            <a:ext cx="1063089" cy="2410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渠道</a:t>
            </a:r>
            <a:r>
              <a:rPr lang="en-US" altLang="zh-CN" sz="1400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J</a:t>
            </a:r>
            <a:endParaRPr lang="zh-CN" altLang="en-US" sz="14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5250" name="CommandButton5" r:id="rId2" imgW="2333520" imgH="324000"/>
        </mc:Choice>
        <mc:Fallback>
          <p:control name="CommandButton5" r:id="rId2" imgW="2333520" imgH="324000">
            <p:pic>
              <p:nvPicPr>
                <p:cNvPr id="43" name="CommandButton5"/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72446" y="6301045"/>
                  <a:ext cx="2335876" cy="325437"/>
                </a:xfrm>
                <a:prstGeom prst="rect">
                  <a:avLst/>
                </a:prstGeom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5251" name="ScrollBar1" r:id="rId3" imgW="152280" imgH="3314880"/>
        </mc:Choice>
        <mc:Fallback>
          <p:control name="ScrollBar1" r:id="rId3" imgW="152280" imgH="3314880">
            <p:pic>
              <p:nvPicPr>
                <p:cNvPr id="2" name="ScrollBar1"/>
                <p:cNvPicPr>
                  <a:picLocks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55000" y="2892425"/>
                  <a:ext cx="153988" cy="3316288"/>
                </a:xfrm>
                <a:prstGeom prst="rect">
                  <a:avLst/>
                </a:prstGeom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775652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手机测试端壳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677334" y="1662546"/>
            <a:ext cx="2776451" cy="4979324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853584" y="6134794"/>
            <a:ext cx="423949" cy="4322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26963" y="2103120"/>
            <a:ext cx="2493819" cy="39651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425481" y="1878677"/>
            <a:ext cx="1138844" cy="68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614199" y="1870364"/>
            <a:ext cx="74815" cy="75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43341" y="2294313"/>
            <a:ext cx="2244436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游戏</a:t>
            </a:r>
            <a:r>
              <a:rPr lang="en-US" altLang="zh-CN" dirty="0" smtClean="0"/>
              <a:t>1 XX</a:t>
            </a:r>
            <a:r>
              <a:rPr lang="zh-CN" altLang="en-US" dirty="0" smtClean="0"/>
              <a:t>版本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943340" y="2830483"/>
            <a:ext cx="2244436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游戏</a:t>
            </a:r>
            <a:r>
              <a:rPr lang="en-US" altLang="zh-CN" dirty="0" smtClean="0"/>
              <a:t>1 YY</a:t>
            </a:r>
            <a:r>
              <a:rPr lang="zh-CN" altLang="en-US" dirty="0" smtClean="0"/>
              <a:t>版本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943339" y="3366653"/>
            <a:ext cx="2244436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游戏</a:t>
            </a:r>
            <a:r>
              <a:rPr lang="en-US" altLang="zh-CN" dirty="0" smtClean="0"/>
              <a:t>2 XX</a:t>
            </a:r>
            <a:r>
              <a:rPr lang="zh-CN" altLang="en-US" dirty="0" smtClean="0"/>
              <a:t>版本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943338" y="3902823"/>
            <a:ext cx="2244436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游戏</a:t>
            </a:r>
            <a:r>
              <a:rPr lang="en-US" altLang="zh-CN" dirty="0" smtClean="0"/>
              <a:t>3 XX</a:t>
            </a:r>
            <a:r>
              <a:rPr lang="zh-CN" altLang="en-US" dirty="0" smtClean="0"/>
              <a:t>版本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943337" y="4438993"/>
            <a:ext cx="2244436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游戏</a:t>
            </a:r>
            <a:r>
              <a:rPr lang="en-US" altLang="zh-CN" dirty="0" smtClean="0"/>
              <a:t>4 XX</a:t>
            </a:r>
            <a:r>
              <a:rPr lang="zh-CN" altLang="en-US" dirty="0" smtClean="0"/>
              <a:t>版本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943336" y="4975163"/>
            <a:ext cx="2244436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游戏</a:t>
            </a:r>
            <a:r>
              <a:rPr lang="en-US" altLang="zh-CN" dirty="0" smtClean="0"/>
              <a:t>5 XX</a:t>
            </a:r>
            <a:r>
              <a:rPr lang="zh-CN" altLang="en-US" dirty="0" smtClean="0"/>
              <a:t>版本</a:t>
            </a:r>
            <a:endParaRPr lang="zh-CN" altLang="en-US" dirty="0"/>
          </a:p>
        </p:txBody>
      </p:sp>
      <p:sp>
        <p:nvSpPr>
          <p:cNvPr id="16" name="圆角矩形 15"/>
          <p:cNvSpPr/>
          <p:nvPr/>
        </p:nvSpPr>
        <p:spPr>
          <a:xfrm>
            <a:off x="3994107" y="1662546"/>
            <a:ext cx="2776451" cy="4979324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5170357" y="6134794"/>
            <a:ext cx="423949" cy="4322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143736" y="2103120"/>
            <a:ext cx="2493819" cy="39651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4742251" y="1878677"/>
            <a:ext cx="1138844" cy="68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930972" y="1870364"/>
            <a:ext cx="74815" cy="75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260109" y="5203767"/>
            <a:ext cx="2244436" cy="19534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loading</a:t>
            </a:r>
            <a:endParaRPr lang="zh-CN" altLang="en-US" dirty="0"/>
          </a:p>
        </p:txBody>
      </p:sp>
      <p:sp>
        <p:nvSpPr>
          <p:cNvPr id="27" name="圆角矩形 26"/>
          <p:cNvSpPr/>
          <p:nvPr/>
        </p:nvSpPr>
        <p:spPr>
          <a:xfrm>
            <a:off x="7319035" y="1662546"/>
            <a:ext cx="2776451" cy="4979324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8495285" y="6134794"/>
            <a:ext cx="423949" cy="4322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7468664" y="2103120"/>
            <a:ext cx="2493819" cy="39651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游戏</a:t>
            </a:r>
            <a:r>
              <a:rPr lang="en-US" altLang="zh-CN" dirty="0" smtClean="0"/>
              <a:t>1 XX</a:t>
            </a:r>
            <a:r>
              <a:rPr lang="zh-CN" altLang="en-US" dirty="0" smtClean="0"/>
              <a:t>版本</a:t>
            </a:r>
            <a:endParaRPr lang="zh-CN" altLang="en-US" dirty="0"/>
          </a:p>
        </p:txBody>
      </p:sp>
      <p:sp>
        <p:nvSpPr>
          <p:cNvPr id="30" name="圆角矩形 29"/>
          <p:cNvSpPr/>
          <p:nvPr/>
        </p:nvSpPr>
        <p:spPr>
          <a:xfrm>
            <a:off x="8058870" y="1878677"/>
            <a:ext cx="1138844" cy="683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9255900" y="1870364"/>
            <a:ext cx="74815" cy="75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8071657" y="4975163"/>
            <a:ext cx="1438103" cy="4239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开始</a:t>
            </a:r>
            <a:endParaRPr lang="zh-CN" altLang="en-US" dirty="0"/>
          </a:p>
        </p:txBody>
      </p:sp>
      <p:sp>
        <p:nvSpPr>
          <p:cNvPr id="33" name="右箭头 32"/>
          <p:cNvSpPr/>
          <p:nvPr/>
        </p:nvSpPr>
        <p:spPr>
          <a:xfrm>
            <a:off x="3470412" y="3790602"/>
            <a:ext cx="523696" cy="536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>
            <a:off x="6782948" y="3790602"/>
            <a:ext cx="523696" cy="5361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649287" y="1097280"/>
            <a:ext cx="484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希望能够做到一个壳可以启动多个游戏</a:t>
            </a:r>
            <a:endParaRPr lang="zh-CN" altLang="en-US" dirty="0"/>
          </a:p>
        </p:txBody>
      </p:sp>
      <p:sp>
        <p:nvSpPr>
          <p:cNvPr id="36" name="椭圆 35"/>
          <p:cNvSpPr/>
          <p:nvPr/>
        </p:nvSpPr>
        <p:spPr>
          <a:xfrm>
            <a:off x="2036464" y="1731820"/>
            <a:ext cx="74815" cy="75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5353237" y="1742841"/>
            <a:ext cx="74815" cy="75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8669851" y="1736435"/>
            <a:ext cx="74815" cy="757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6834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1812</TotalTime>
  <Words>1191</Words>
  <Application>Microsoft Office PowerPoint</Application>
  <PresentationFormat>宽屏</PresentationFormat>
  <Paragraphs>394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方正姚体</vt:lpstr>
      <vt:lpstr>华文新魏</vt:lpstr>
      <vt:lpstr>微软雅黑</vt:lpstr>
      <vt:lpstr>新宋体</vt:lpstr>
      <vt:lpstr>Arial</vt:lpstr>
      <vt:lpstr>Trebuchet MS</vt:lpstr>
      <vt:lpstr>Wingdings</vt:lpstr>
      <vt:lpstr>Wingdings 3</vt:lpstr>
      <vt:lpstr>平面</vt:lpstr>
      <vt:lpstr>研发底层平台结构规划</vt:lpstr>
      <vt:lpstr>愿景规划</vt:lpstr>
      <vt:lpstr>平台功能</vt:lpstr>
      <vt:lpstr>工作协作流</vt:lpstr>
      <vt:lpstr>发布流</vt:lpstr>
      <vt:lpstr>自动生成代码程序框架</vt:lpstr>
      <vt:lpstr>持续研究优化</vt:lpstr>
      <vt:lpstr>里程碑</vt:lpstr>
      <vt:lpstr>平台页面</vt:lpstr>
      <vt:lpstr>平台页面</vt:lpstr>
      <vt:lpstr>平台页面</vt:lpstr>
      <vt:lpstr>平台页面</vt:lpstr>
      <vt:lpstr>平台页面</vt:lpstr>
      <vt:lpstr>平台页面</vt:lpstr>
      <vt:lpstr>手机测试端壳</vt:lpstr>
    </vt:vector>
  </TitlesOfParts>
  <Company>Win10NeT.COM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研发底层平台结构规划</dc:title>
  <dc:creator>XiaZaiMa.COM</dc:creator>
  <cp:lastModifiedBy>XiaZaiMa.COM</cp:lastModifiedBy>
  <cp:revision>245</cp:revision>
  <dcterms:created xsi:type="dcterms:W3CDTF">2018-08-01T01:59:19Z</dcterms:created>
  <dcterms:modified xsi:type="dcterms:W3CDTF">2018-08-14T06:56:16Z</dcterms:modified>
</cp:coreProperties>
</file>